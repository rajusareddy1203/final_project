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7" r:id="rId1"/>
  </p:sldMasterIdLst>
  <p:notesMasterIdLst>
    <p:notesMasterId r:id="rId17"/>
  </p:notesMasterIdLst>
  <p:sldIdLst>
    <p:sldId id="256" r:id="rId2"/>
    <p:sldId id="257" r:id="rId3"/>
    <p:sldId id="258" r:id="rId4"/>
    <p:sldId id="259" r:id="rId5"/>
    <p:sldId id="260" r:id="rId6"/>
    <p:sldId id="271" r:id="rId7"/>
    <p:sldId id="263" r:id="rId8"/>
    <p:sldId id="264" r:id="rId9"/>
    <p:sldId id="265" r:id="rId10"/>
    <p:sldId id="266" r:id="rId11"/>
    <p:sldId id="268" r:id="rId12"/>
    <p:sldId id="272" r:id="rId13"/>
    <p:sldId id="273"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A19B6B6-1761-44DE-ADE7-63CCDF029D72}">
          <p14:sldIdLst>
            <p14:sldId id="256"/>
            <p14:sldId id="257"/>
            <p14:sldId id="258"/>
            <p14:sldId id="259"/>
            <p14:sldId id="260"/>
            <p14:sldId id="271"/>
            <p14:sldId id="263"/>
            <p14:sldId id="264"/>
            <p14:sldId id="265"/>
            <p14:sldId id="266"/>
          </p14:sldIdLst>
        </p14:section>
        <p14:section name="Untitled Section" id="{70183833-CA60-4C11-889C-8B9B822F4AEB}">
          <p14:sldIdLst>
            <p14:sldId id="268"/>
            <p14:sldId id="272"/>
            <p14:sldId id="273"/>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1416F9-D2DD-4682-8778-8C608D7CD0EB}" v="1144" dt="2026-03-26T00:08:05.5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usareddy1203@outlook.com" userId="ddbea13ba8636fdf" providerId="LiveId" clId="{812C4216-92E1-484A-A46C-25694358081A}"/>
    <pc:docChg chg="undo custSel modSld sldOrd">
      <pc:chgData name="rajusareddy1203@outlook.com" userId="ddbea13ba8636fdf" providerId="LiveId" clId="{812C4216-92E1-484A-A46C-25694358081A}" dt="2026-03-26T00:08:05.592" v="1203" actId="207"/>
      <pc:docMkLst>
        <pc:docMk/>
      </pc:docMkLst>
      <pc:sldChg chg="addSp delSp modSp mod delDesignElem">
        <pc:chgData name="rajusareddy1203@outlook.com" userId="ddbea13ba8636fdf" providerId="LiveId" clId="{812C4216-92E1-484A-A46C-25694358081A}" dt="2026-03-26T00:06:18.931" v="1189" actId="1076"/>
        <pc:sldMkLst>
          <pc:docMk/>
          <pc:sldMk cId="4139910012" sldId="256"/>
        </pc:sldMkLst>
        <pc:spChg chg="mod">
          <ac:chgData name="rajusareddy1203@outlook.com" userId="ddbea13ba8636fdf" providerId="LiveId" clId="{812C4216-92E1-484A-A46C-25694358081A}" dt="2026-03-25T23:47:42.701" v="414"/>
          <ac:spMkLst>
            <pc:docMk/>
            <pc:sldMk cId="4139910012" sldId="256"/>
            <ac:spMk id="2" creationId="{7A4CFAB7-DD1A-ED22-4103-0276EA022822}"/>
          </ac:spMkLst>
        </pc:spChg>
        <pc:spChg chg="mod">
          <ac:chgData name="rajusareddy1203@outlook.com" userId="ddbea13ba8636fdf" providerId="LiveId" clId="{812C4216-92E1-484A-A46C-25694358081A}" dt="2026-03-26T00:06:18.931" v="1189" actId="1076"/>
          <ac:spMkLst>
            <pc:docMk/>
            <pc:sldMk cId="4139910012" sldId="256"/>
            <ac:spMk id="7" creationId="{10033E41-0FCC-675B-4F89-7FF85151D18F}"/>
          </ac:spMkLst>
        </pc:spChg>
        <pc:spChg chg="add del">
          <ac:chgData name="rajusareddy1203@outlook.com" userId="ddbea13ba8636fdf" providerId="LiveId" clId="{812C4216-92E1-484A-A46C-25694358081A}" dt="2026-03-25T23:48:19.068" v="436"/>
          <ac:spMkLst>
            <pc:docMk/>
            <pc:sldMk cId="4139910012" sldId="256"/>
            <ac:spMk id="40" creationId="{7E134C76-7FB4-4BB7-9322-DD8A4B179ACD}"/>
          </ac:spMkLst>
        </pc:spChg>
        <pc:spChg chg="add del">
          <ac:chgData name="rajusareddy1203@outlook.com" userId="ddbea13ba8636fdf" providerId="LiveId" clId="{812C4216-92E1-484A-A46C-25694358081A}" dt="2026-03-25T23:48:19.068" v="436"/>
          <ac:spMkLst>
            <pc:docMk/>
            <pc:sldMk cId="4139910012" sldId="256"/>
            <ac:spMk id="41" creationId="{C0C57804-4F33-4D85-AA3E-DA0F214BBD91}"/>
          </ac:spMkLst>
        </pc:spChg>
        <pc:cxnChg chg="add del">
          <ac:chgData name="rajusareddy1203@outlook.com" userId="ddbea13ba8636fdf" providerId="LiveId" clId="{812C4216-92E1-484A-A46C-25694358081A}" dt="2026-03-25T23:48:19.068" v="436"/>
          <ac:cxnSpMkLst>
            <pc:docMk/>
            <pc:sldMk cId="4139910012" sldId="256"/>
            <ac:cxnSpMk id="35" creationId="{FEB90296-CFE0-401D-9CA3-32966EC4F01D}"/>
          </ac:cxnSpMkLst>
        </pc:cxnChg>
        <pc:cxnChg chg="add del">
          <ac:chgData name="rajusareddy1203@outlook.com" userId="ddbea13ba8636fdf" providerId="LiveId" clId="{812C4216-92E1-484A-A46C-25694358081A}" dt="2026-03-25T23:48:19.068" v="436"/>
          <ac:cxnSpMkLst>
            <pc:docMk/>
            <pc:sldMk cId="4139910012" sldId="256"/>
            <ac:cxnSpMk id="36" creationId="{08C9B4EE-7611-4ED9-B356-7BDD377C39B0}"/>
          </ac:cxnSpMkLst>
        </pc:cxnChg>
        <pc:cxnChg chg="add del">
          <ac:chgData name="rajusareddy1203@outlook.com" userId="ddbea13ba8636fdf" providerId="LiveId" clId="{812C4216-92E1-484A-A46C-25694358081A}" dt="2026-03-25T23:48:19.068" v="436"/>
          <ac:cxnSpMkLst>
            <pc:docMk/>
            <pc:sldMk cId="4139910012" sldId="256"/>
            <ac:cxnSpMk id="37" creationId="{4A4F266A-F2F7-47CD-8BBC-E3777E982FD2}"/>
          </ac:cxnSpMkLst>
        </pc:cxnChg>
        <pc:cxnChg chg="add del">
          <ac:chgData name="rajusareddy1203@outlook.com" userId="ddbea13ba8636fdf" providerId="LiveId" clId="{812C4216-92E1-484A-A46C-25694358081A}" dt="2026-03-25T23:48:19.068" v="436"/>
          <ac:cxnSpMkLst>
            <pc:docMk/>
            <pc:sldMk cId="4139910012" sldId="256"/>
            <ac:cxnSpMk id="38" creationId="{20D69C80-8919-4A32-B897-F2A21F940574}"/>
          </ac:cxnSpMkLst>
        </pc:cxnChg>
        <pc:cxnChg chg="add del">
          <ac:chgData name="rajusareddy1203@outlook.com" userId="ddbea13ba8636fdf" providerId="LiveId" clId="{812C4216-92E1-484A-A46C-25694358081A}" dt="2026-03-25T23:48:19.068" v="436"/>
          <ac:cxnSpMkLst>
            <pc:docMk/>
            <pc:sldMk cId="4139910012" sldId="256"/>
            <ac:cxnSpMk id="39" creationId="{F427B072-CC5B-481B-9719-8CD4C54444BE}"/>
          </ac:cxnSpMkLst>
        </pc:cxnChg>
      </pc:sldChg>
      <pc:sldChg chg="addSp modSp mod setBg setClrOvrMap">
        <pc:chgData name="rajusareddy1203@outlook.com" userId="ddbea13ba8636fdf" providerId="LiveId" clId="{812C4216-92E1-484A-A46C-25694358081A}" dt="2026-03-26T00:07:07.644" v="1198" actId="14100"/>
        <pc:sldMkLst>
          <pc:docMk/>
          <pc:sldMk cId="82855448" sldId="257"/>
        </pc:sldMkLst>
        <pc:spChg chg="add mod">
          <ac:chgData name="rajusareddy1203@outlook.com" userId="ddbea13ba8636fdf" providerId="LiveId" clId="{812C4216-92E1-484A-A46C-25694358081A}" dt="2026-03-25T23:49:42.257" v="447" actId="26606"/>
          <ac:spMkLst>
            <pc:docMk/>
            <pc:sldMk cId="82855448" sldId="257"/>
            <ac:spMk id="2" creationId="{652F7A58-4C1A-D10C-CDBC-84883077637B}"/>
          </ac:spMkLst>
        </pc:spChg>
        <pc:spChg chg="mod">
          <ac:chgData name="rajusareddy1203@outlook.com" userId="ddbea13ba8636fdf" providerId="LiveId" clId="{812C4216-92E1-484A-A46C-25694358081A}" dt="2026-03-25T21:38:31.677" v="107"/>
          <ac:spMkLst>
            <pc:docMk/>
            <pc:sldMk cId="82855448" sldId="257"/>
            <ac:spMk id="3" creationId="{FBBE90DE-64D7-6F24-F3B2-B82981D54C3E}"/>
          </ac:spMkLst>
        </pc:spChg>
        <pc:spChg chg="mod">
          <ac:chgData name="rajusareddy1203@outlook.com" userId="ddbea13ba8636fdf" providerId="LiveId" clId="{812C4216-92E1-484A-A46C-25694358081A}" dt="2026-03-26T00:06:39.829" v="1192" actId="27636"/>
          <ac:spMkLst>
            <pc:docMk/>
            <pc:sldMk cId="82855448" sldId="257"/>
            <ac:spMk id="5" creationId="{91595342-F27A-83D3-8319-5DB4B785997A}"/>
          </ac:spMkLst>
        </pc:spChg>
        <pc:spChg chg="mod">
          <ac:chgData name="rajusareddy1203@outlook.com" userId="ddbea13ba8636fdf" providerId="LiveId" clId="{812C4216-92E1-484A-A46C-25694358081A}" dt="2026-03-26T00:07:07.644" v="1198" actId="14100"/>
          <ac:spMkLst>
            <pc:docMk/>
            <pc:sldMk cId="82855448" sldId="257"/>
            <ac:spMk id="6" creationId="{DEE067A5-6DE3-E3DA-A842-4424E129D4BC}"/>
          </ac:spMkLst>
        </pc:spChg>
        <pc:spChg chg="add">
          <ac:chgData name="rajusareddy1203@outlook.com" userId="ddbea13ba8636fdf" providerId="LiveId" clId="{812C4216-92E1-484A-A46C-25694358081A}" dt="2026-03-25T23:49:42.257" v="447" actId="26606"/>
          <ac:spMkLst>
            <pc:docMk/>
            <pc:sldMk cId="82855448" sldId="257"/>
            <ac:spMk id="18" creationId="{AD2D45C7-2E37-44FD-AC77-116CD14B9ED9}"/>
          </ac:spMkLst>
        </pc:spChg>
        <pc:spChg chg="add">
          <ac:chgData name="rajusareddy1203@outlook.com" userId="ddbea13ba8636fdf" providerId="LiveId" clId="{812C4216-92E1-484A-A46C-25694358081A}" dt="2026-03-25T23:49:42.257" v="447" actId="26606"/>
          <ac:spMkLst>
            <pc:docMk/>
            <pc:sldMk cId="82855448" sldId="257"/>
            <ac:spMk id="20" creationId="{1FF88480-2CF1-4C54-8CE3-2CA9CD9FF896}"/>
          </ac:spMkLst>
        </pc:spChg>
        <pc:grpChg chg="add">
          <ac:chgData name="rajusareddy1203@outlook.com" userId="ddbea13ba8636fdf" providerId="LiveId" clId="{812C4216-92E1-484A-A46C-25694358081A}" dt="2026-03-25T23:49:42.257" v="447" actId="26606"/>
          <ac:grpSpMkLst>
            <pc:docMk/>
            <pc:sldMk cId="82855448" sldId="257"/>
            <ac:grpSpMk id="11" creationId="{6CC7770B-E4E1-42D6-9437-DAA4A3A9E659}"/>
          </ac:grpSpMkLst>
        </pc:grpChg>
      </pc:sldChg>
      <pc:sldChg chg="addSp delSp modSp delDesignElem">
        <pc:chgData name="rajusareddy1203@outlook.com" userId="ddbea13ba8636fdf" providerId="LiveId" clId="{812C4216-92E1-484A-A46C-25694358081A}" dt="2026-03-25T23:55:16.474" v="487" actId="20577"/>
        <pc:sldMkLst>
          <pc:docMk/>
          <pc:sldMk cId="2070205637" sldId="258"/>
        </pc:sldMkLst>
        <pc:spChg chg="mod">
          <ac:chgData name="rajusareddy1203@outlook.com" userId="ddbea13ba8636fdf" providerId="LiveId" clId="{812C4216-92E1-484A-A46C-25694358081A}" dt="2026-03-25T23:55:16.474" v="487" actId="20577"/>
          <ac:spMkLst>
            <pc:docMk/>
            <pc:sldMk cId="2070205637" sldId="258"/>
            <ac:spMk id="8" creationId="{4782BA4D-1D28-E61A-6E9E-7A2D4597DA4E}"/>
          </ac:spMkLst>
        </pc:spChg>
        <pc:spChg chg="add del">
          <ac:chgData name="rajusareddy1203@outlook.com" userId="ddbea13ba8636fdf" providerId="LiveId" clId="{812C4216-92E1-484A-A46C-25694358081A}" dt="2026-03-25T23:48:19.068" v="436"/>
          <ac:spMkLst>
            <pc:docMk/>
            <pc:sldMk cId="2070205637" sldId="258"/>
            <ac:spMk id="57" creationId="{7E134C76-7FB4-4BB7-9322-DD8A4B179ACD}"/>
          </ac:spMkLst>
        </pc:spChg>
        <pc:spChg chg="add del">
          <ac:chgData name="rajusareddy1203@outlook.com" userId="ddbea13ba8636fdf" providerId="LiveId" clId="{812C4216-92E1-484A-A46C-25694358081A}" dt="2026-03-25T23:48:19.068" v="436"/>
          <ac:spMkLst>
            <pc:docMk/>
            <pc:sldMk cId="2070205637" sldId="258"/>
            <ac:spMk id="59" creationId="{C0C57804-4F33-4D85-AA3E-DA0F214BBD91}"/>
          </ac:spMkLst>
        </pc:spChg>
        <pc:cxnChg chg="add del">
          <ac:chgData name="rajusareddy1203@outlook.com" userId="ddbea13ba8636fdf" providerId="LiveId" clId="{812C4216-92E1-484A-A46C-25694358081A}" dt="2026-03-25T23:48:19.068" v="436"/>
          <ac:cxnSpMkLst>
            <pc:docMk/>
            <pc:sldMk cId="2070205637" sldId="258"/>
            <ac:cxnSpMk id="47" creationId="{FEB90296-CFE0-401D-9CA3-32966EC4F01D}"/>
          </ac:cxnSpMkLst>
        </pc:cxnChg>
        <pc:cxnChg chg="add del">
          <ac:chgData name="rajusareddy1203@outlook.com" userId="ddbea13ba8636fdf" providerId="LiveId" clId="{812C4216-92E1-484A-A46C-25694358081A}" dt="2026-03-25T23:48:19.068" v="436"/>
          <ac:cxnSpMkLst>
            <pc:docMk/>
            <pc:sldMk cId="2070205637" sldId="258"/>
            <ac:cxnSpMk id="49" creationId="{08C9B4EE-7611-4ED9-B356-7BDD377C39B0}"/>
          </ac:cxnSpMkLst>
        </pc:cxnChg>
        <pc:cxnChg chg="add del">
          <ac:chgData name="rajusareddy1203@outlook.com" userId="ddbea13ba8636fdf" providerId="LiveId" clId="{812C4216-92E1-484A-A46C-25694358081A}" dt="2026-03-25T23:48:19.068" v="436"/>
          <ac:cxnSpMkLst>
            <pc:docMk/>
            <pc:sldMk cId="2070205637" sldId="258"/>
            <ac:cxnSpMk id="51" creationId="{4A4F266A-F2F7-47CD-8BBC-E3777E982FD2}"/>
          </ac:cxnSpMkLst>
        </pc:cxnChg>
        <pc:cxnChg chg="add del">
          <ac:chgData name="rajusareddy1203@outlook.com" userId="ddbea13ba8636fdf" providerId="LiveId" clId="{812C4216-92E1-484A-A46C-25694358081A}" dt="2026-03-25T23:48:19.068" v="436"/>
          <ac:cxnSpMkLst>
            <pc:docMk/>
            <pc:sldMk cId="2070205637" sldId="258"/>
            <ac:cxnSpMk id="53" creationId="{20D69C80-8919-4A32-B897-F2A21F940574}"/>
          </ac:cxnSpMkLst>
        </pc:cxnChg>
        <pc:cxnChg chg="add del">
          <ac:chgData name="rajusareddy1203@outlook.com" userId="ddbea13ba8636fdf" providerId="LiveId" clId="{812C4216-92E1-484A-A46C-25694358081A}" dt="2026-03-25T23:48:19.068" v="436"/>
          <ac:cxnSpMkLst>
            <pc:docMk/>
            <pc:sldMk cId="2070205637" sldId="258"/>
            <ac:cxnSpMk id="55" creationId="{F427B072-CC5B-481B-9719-8CD4C54444BE}"/>
          </ac:cxnSpMkLst>
        </pc:cxnChg>
      </pc:sldChg>
      <pc:sldChg chg="addSp modSp mod setBg addAnim setClrOvrMap">
        <pc:chgData name="rajusareddy1203@outlook.com" userId="ddbea13ba8636fdf" providerId="LiveId" clId="{812C4216-92E1-484A-A46C-25694358081A}" dt="2026-03-25T23:54:56.395" v="483" actId="113"/>
        <pc:sldMkLst>
          <pc:docMk/>
          <pc:sldMk cId="3087314942" sldId="259"/>
        </pc:sldMkLst>
        <pc:spChg chg="mod">
          <ac:chgData name="rajusareddy1203@outlook.com" userId="ddbea13ba8636fdf" providerId="LiveId" clId="{812C4216-92E1-484A-A46C-25694358081A}" dt="2026-03-25T23:54:56.395" v="483" actId="113"/>
          <ac:spMkLst>
            <pc:docMk/>
            <pc:sldMk cId="3087314942" sldId="259"/>
            <ac:spMk id="6" creationId="{16C9F58D-4546-225C-EEA7-20FC60F4D9E2}"/>
          </ac:spMkLst>
        </pc:spChg>
        <pc:spChg chg="add">
          <ac:chgData name="rajusareddy1203@outlook.com" userId="ddbea13ba8636fdf" providerId="LiveId" clId="{812C4216-92E1-484A-A46C-25694358081A}" dt="2026-03-25T23:51:14.236" v="454" actId="26606"/>
          <ac:spMkLst>
            <pc:docMk/>
            <pc:sldMk cId="3087314942" sldId="259"/>
            <ac:spMk id="21" creationId="{7E134C76-7FB4-4BB7-9322-DD8A4B179ACD}"/>
          </ac:spMkLst>
        </pc:spChg>
        <pc:spChg chg="add">
          <ac:chgData name="rajusareddy1203@outlook.com" userId="ddbea13ba8636fdf" providerId="LiveId" clId="{812C4216-92E1-484A-A46C-25694358081A}" dt="2026-03-25T23:51:14.236" v="454" actId="26606"/>
          <ac:spMkLst>
            <pc:docMk/>
            <pc:sldMk cId="3087314942" sldId="259"/>
            <ac:spMk id="23" creationId="{C0C57804-4F33-4D85-AA3E-DA0F214BBD91}"/>
          </ac:spMkLst>
        </pc:spChg>
        <pc:cxnChg chg="add">
          <ac:chgData name="rajusareddy1203@outlook.com" userId="ddbea13ba8636fdf" providerId="LiveId" clId="{812C4216-92E1-484A-A46C-25694358081A}" dt="2026-03-25T23:51:14.236" v="454" actId="26606"/>
          <ac:cxnSpMkLst>
            <pc:docMk/>
            <pc:sldMk cId="3087314942" sldId="259"/>
            <ac:cxnSpMk id="11" creationId="{FEB90296-CFE0-401D-9CA3-32966EC4F01D}"/>
          </ac:cxnSpMkLst>
        </pc:cxnChg>
        <pc:cxnChg chg="add">
          <ac:chgData name="rajusareddy1203@outlook.com" userId="ddbea13ba8636fdf" providerId="LiveId" clId="{812C4216-92E1-484A-A46C-25694358081A}" dt="2026-03-25T23:51:14.236" v="454" actId="26606"/>
          <ac:cxnSpMkLst>
            <pc:docMk/>
            <pc:sldMk cId="3087314942" sldId="259"/>
            <ac:cxnSpMk id="13" creationId="{08C9B4EE-7611-4ED9-B356-7BDD377C39B0}"/>
          </ac:cxnSpMkLst>
        </pc:cxnChg>
        <pc:cxnChg chg="add">
          <ac:chgData name="rajusareddy1203@outlook.com" userId="ddbea13ba8636fdf" providerId="LiveId" clId="{812C4216-92E1-484A-A46C-25694358081A}" dt="2026-03-25T23:51:14.236" v="454" actId="26606"/>
          <ac:cxnSpMkLst>
            <pc:docMk/>
            <pc:sldMk cId="3087314942" sldId="259"/>
            <ac:cxnSpMk id="15" creationId="{4A4F266A-F2F7-47CD-8BBC-E3777E982FD2}"/>
          </ac:cxnSpMkLst>
        </pc:cxnChg>
        <pc:cxnChg chg="add">
          <ac:chgData name="rajusareddy1203@outlook.com" userId="ddbea13ba8636fdf" providerId="LiveId" clId="{812C4216-92E1-484A-A46C-25694358081A}" dt="2026-03-25T23:51:14.236" v="454" actId="26606"/>
          <ac:cxnSpMkLst>
            <pc:docMk/>
            <pc:sldMk cId="3087314942" sldId="259"/>
            <ac:cxnSpMk id="17" creationId="{20D69C80-8919-4A32-B897-F2A21F940574}"/>
          </ac:cxnSpMkLst>
        </pc:cxnChg>
        <pc:cxnChg chg="add">
          <ac:chgData name="rajusareddy1203@outlook.com" userId="ddbea13ba8636fdf" providerId="LiveId" clId="{812C4216-92E1-484A-A46C-25694358081A}" dt="2026-03-25T23:51:14.236" v="454" actId="26606"/>
          <ac:cxnSpMkLst>
            <pc:docMk/>
            <pc:sldMk cId="3087314942" sldId="259"/>
            <ac:cxnSpMk id="19" creationId="{F427B072-CC5B-481B-9719-8CD4C54444BE}"/>
          </ac:cxnSpMkLst>
        </pc:cxnChg>
      </pc:sldChg>
      <pc:sldChg chg="addSp modSp mod setBg addAnim modAnim">
        <pc:chgData name="rajusareddy1203@outlook.com" userId="ddbea13ba8636fdf" providerId="LiveId" clId="{812C4216-92E1-484A-A46C-25694358081A}" dt="2026-03-26T00:08:05.592" v="1203" actId="207"/>
        <pc:sldMkLst>
          <pc:docMk/>
          <pc:sldMk cId="3337458275" sldId="260"/>
        </pc:sldMkLst>
        <pc:spChg chg="mod">
          <ac:chgData name="rajusareddy1203@outlook.com" userId="ddbea13ba8636fdf" providerId="LiveId" clId="{812C4216-92E1-484A-A46C-25694358081A}" dt="2026-03-26T00:08:05.592" v="1203" actId="207"/>
          <ac:spMkLst>
            <pc:docMk/>
            <pc:sldMk cId="3337458275" sldId="260"/>
            <ac:spMk id="3" creationId="{C9244D23-D579-469B-4C4C-DCDED83B609A}"/>
          </ac:spMkLst>
        </pc:spChg>
        <pc:spChg chg="mod">
          <ac:chgData name="rajusareddy1203@outlook.com" userId="ddbea13ba8636fdf" providerId="LiveId" clId="{812C4216-92E1-484A-A46C-25694358081A}" dt="2026-03-26T00:07:24.694" v="1199" actId="14100"/>
          <ac:spMkLst>
            <pc:docMk/>
            <pc:sldMk cId="3337458275" sldId="260"/>
            <ac:spMk id="7" creationId="{AD3E0F70-AD1E-6CE4-BE01-1F3898313BAB}"/>
          </ac:spMkLst>
        </pc:spChg>
        <pc:spChg chg="add">
          <ac:chgData name="rajusareddy1203@outlook.com" userId="ddbea13ba8636fdf" providerId="LiveId" clId="{812C4216-92E1-484A-A46C-25694358081A}" dt="2026-03-25T23:53:09.847" v="466" actId="26606"/>
          <ac:spMkLst>
            <pc:docMk/>
            <pc:sldMk cId="3337458275" sldId="260"/>
            <ac:spMk id="22" creationId="{7E134C76-7FB4-4BB7-9322-DD8A4B179ACD}"/>
          </ac:spMkLst>
        </pc:spChg>
        <pc:spChg chg="add">
          <ac:chgData name="rajusareddy1203@outlook.com" userId="ddbea13ba8636fdf" providerId="LiveId" clId="{812C4216-92E1-484A-A46C-25694358081A}" dt="2026-03-25T23:53:09.847" v="466" actId="26606"/>
          <ac:spMkLst>
            <pc:docMk/>
            <pc:sldMk cId="3337458275" sldId="260"/>
            <ac:spMk id="24" creationId="{C0C57804-4F33-4D85-AA3E-DA0F214BBD91}"/>
          </ac:spMkLst>
        </pc:spChg>
        <pc:cxnChg chg="add">
          <ac:chgData name="rajusareddy1203@outlook.com" userId="ddbea13ba8636fdf" providerId="LiveId" clId="{812C4216-92E1-484A-A46C-25694358081A}" dt="2026-03-25T23:53:09.847" v="466" actId="26606"/>
          <ac:cxnSpMkLst>
            <pc:docMk/>
            <pc:sldMk cId="3337458275" sldId="260"/>
            <ac:cxnSpMk id="12" creationId="{FEB90296-CFE0-401D-9CA3-32966EC4F01D}"/>
          </ac:cxnSpMkLst>
        </pc:cxnChg>
        <pc:cxnChg chg="add">
          <ac:chgData name="rajusareddy1203@outlook.com" userId="ddbea13ba8636fdf" providerId="LiveId" clId="{812C4216-92E1-484A-A46C-25694358081A}" dt="2026-03-25T23:53:09.847" v="466" actId="26606"/>
          <ac:cxnSpMkLst>
            <pc:docMk/>
            <pc:sldMk cId="3337458275" sldId="260"/>
            <ac:cxnSpMk id="14" creationId="{08C9B4EE-7611-4ED9-B356-7BDD377C39B0}"/>
          </ac:cxnSpMkLst>
        </pc:cxnChg>
        <pc:cxnChg chg="add">
          <ac:chgData name="rajusareddy1203@outlook.com" userId="ddbea13ba8636fdf" providerId="LiveId" clId="{812C4216-92E1-484A-A46C-25694358081A}" dt="2026-03-25T23:53:09.847" v="466" actId="26606"/>
          <ac:cxnSpMkLst>
            <pc:docMk/>
            <pc:sldMk cId="3337458275" sldId="260"/>
            <ac:cxnSpMk id="16" creationId="{4A4F266A-F2F7-47CD-8BBC-E3777E982FD2}"/>
          </ac:cxnSpMkLst>
        </pc:cxnChg>
        <pc:cxnChg chg="add">
          <ac:chgData name="rajusareddy1203@outlook.com" userId="ddbea13ba8636fdf" providerId="LiveId" clId="{812C4216-92E1-484A-A46C-25694358081A}" dt="2026-03-25T23:53:09.847" v="466" actId="26606"/>
          <ac:cxnSpMkLst>
            <pc:docMk/>
            <pc:sldMk cId="3337458275" sldId="260"/>
            <ac:cxnSpMk id="18" creationId="{20D69C80-8919-4A32-B897-F2A21F940574}"/>
          </ac:cxnSpMkLst>
        </pc:cxnChg>
        <pc:cxnChg chg="add">
          <ac:chgData name="rajusareddy1203@outlook.com" userId="ddbea13ba8636fdf" providerId="LiveId" clId="{812C4216-92E1-484A-A46C-25694358081A}" dt="2026-03-25T23:53:09.847" v="466" actId="26606"/>
          <ac:cxnSpMkLst>
            <pc:docMk/>
            <pc:sldMk cId="3337458275" sldId="260"/>
            <ac:cxnSpMk id="20" creationId="{F427B072-CC5B-481B-9719-8CD4C54444BE}"/>
          </ac:cxnSpMkLst>
        </pc:cxnChg>
      </pc:sldChg>
      <pc:sldChg chg="addSp modSp mod setBg addAnim">
        <pc:chgData name="rajusareddy1203@outlook.com" userId="ddbea13ba8636fdf" providerId="LiveId" clId="{812C4216-92E1-484A-A46C-25694358081A}" dt="2026-03-25T23:57:31.024" v="504" actId="207"/>
        <pc:sldMkLst>
          <pc:docMk/>
          <pc:sldMk cId="3979165600" sldId="263"/>
        </pc:sldMkLst>
        <pc:spChg chg="mod">
          <ac:chgData name="rajusareddy1203@outlook.com" userId="ddbea13ba8636fdf" providerId="LiveId" clId="{812C4216-92E1-484A-A46C-25694358081A}" dt="2026-03-25T23:57:31.024" v="504" actId="207"/>
          <ac:spMkLst>
            <pc:docMk/>
            <pc:sldMk cId="3979165600" sldId="263"/>
            <ac:spMk id="5" creationId="{24587F64-4584-C209-7DB3-4A63C6184523}"/>
          </ac:spMkLst>
        </pc:spChg>
        <pc:spChg chg="add">
          <ac:chgData name="rajusareddy1203@outlook.com" userId="ddbea13ba8636fdf" providerId="LiveId" clId="{812C4216-92E1-484A-A46C-25694358081A}" dt="2026-03-25T23:55:34.529" v="488" actId="26606"/>
          <ac:spMkLst>
            <pc:docMk/>
            <pc:sldMk cId="3979165600" sldId="263"/>
            <ac:spMk id="20" creationId="{7E134C76-7FB4-4BB7-9322-DD8A4B179ACD}"/>
          </ac:spMkLst>
        </pc:spChg>
        <pc:spChg chg="add">
          <ac:chgData name="rajusareddy1203@outlook.com" userId="ddbea13ba8636fdf" providerId="LiveId" clId="{812C4216-92E1-484A-A46C-25694358081A}" dt="2026-03-25T23:55:34.529" v="488" actId="26606"/>
          <ac:spMkLst>
            <pc:docMk/>
            <pc:sldMk cId="3979165600" sldId="263"/>
            <ac:spMk id="22" creationId="{C0C57804-4F33-4D85-AA3E-DA0F214BBD91}"/>
          </ac:spMkLst>
        </pc:spChg>
        <pc:cxnChg chg="add">
          <ac:chgData name="rajusareddy1203@outlook.com" userId="ddbea13ba8636fdf" providerId="LiveId" clId="{812C4216-92E1-484A-A46C-25694358081A}" dt="2026-03-25T23:55:34.529" v="488" actId="26606"/>
          <ac:cxnSpMkLst>
            <pc:docMk/>
            <pc:sldMk cId="3979165600" sldId="263"/>
            <ac:cxnSpMk id="10" creationId="{FEB90296-CFE0-401D-9CA3-32966EC4F01D}"/>
          </ac:cxnSpMkLst>
        </pc:cxnChg>
        <pc:cxnChg chg="add">
          <ac:chgData name="rajusareddy1203@outlook.com" userId="ddbea13ba8636fdf" providerId="LiveId" clId="{812C4216-92E1-484A-A46C-25694358081A}" dt="2026-03-25T23:55:34.529" v="488" actId="26606"/>
          <ac:cxnSpMkLst>
            <pc:docMk/>
            <pc:sldMk cId="3979165600" sldId="263"/>
            <ac:cxnSpMk id="12" creationId="{08C9B4EE-7611-4ED9-B356-7BDD377C39B0}"/>
          </ac:cxnSpMkLst>
        </pc:cxnChg>
        <pc:cxnChg chg="add">
          <ac:chgData name="rajusareddy1203@outlook.com" userId="ddbea13ba8636fdf" providerId="LiveId" clId="{812C4216-92E1-484A-A46C-25694358081A}" dt="2026-03-25T23:55:34.529" v="488" actId="26606"/>
          <ac:cxnSpMkLst>
            <pc:docMk/>
            <pc:sldMk cId="3979165600" sldId="263"/>
            <ac:cxnSpMk id="14" creationId="{4A4F266A-F2F7-47CD-8BBC-E3777E982FD2}"/>
          </ac:cxnSpMkLst>
        </pc:cxnChg>
        <pc:cxnChg chg="add">
          <ac:chgData name="rajusareddy1203@outlook.com" userId="ddbea13ba8636fdf" providerId="LiveId" clId="{812C4216-92E1-484A-A46C-25694358081A}" dt="2026-03-25T23:55:34.529" v="488" actId="26606"/>
          <ac:cxnSpMkLst>
            <pc:docMk/>
            <pc:sldMk cId="3979165600" sldId="263"/>
            <ac:cxnSpMk id="16" creationId="{20D69C80-8919-4A32-B897-F2A21F940574}"/>
          </ac:cxnSpMkLst>
        </pc:cxnChg>
        <pc:cxnChg chg="add">
          <ac:chgData name="rajusareddy1203@outlook.com" userId="ddbea13ba8636fdf" providerId="LiveId" clId="{812C4216-92E1-484A-A46C-25694358081A}" dt="2026-03-25T23:55:34.529" v="488" actId="26606"/>
          <ac:cxnSpMkLst>
            <pc:docMk/>
            <pc:sldMk cId="3979165600" sldId="263"/>
            <ac:cxnSpMk id="18" creationId="{F427B072-CC5B-481B-9719-8CD4C54444BE}"/>
          </ac:cxnSpMkLst>
        </pc:cxnChg>
      </pc:sldChg>
      <pc:sldChg chg="addSp modSp mod setBg">
        <pc:chgData name="rajusareddy1203@outlook.com" userId="ddbea13ba8636fdf" providerId="LiveId" clId="{812C4216-92E1-484A-A46C-25694358081A}" dt="2026-03-25T23:58:53.842" v="515" actId="20577"/>
        <pc:sldMkLst>
          <pc:docMk/>
          <pc:sldMk cId="2828178835" sldId="265"/>
        </pc:sldMkLst>
        <pc:spChg chg="mod">
          <ac:chgData name="rajusareddy1203@outlook.com" userId="ddbea13ba8636fdf" providerId="LiveId" clId="{812C4216-92E1-484A-A46C-25694358081A}" dt="2026-03-25T23:58:53.842" v="515" actId="20577"/>
          <ac:spMkLst>
            <pc:docMk/>
            <pc:sldMk cId="2828178835" sldId="265"/>
            <ac:spMk id="5" creationId="{6DA7711B-1233-98A1-F20F-9570F575C741}"/>
          </ac:spMkLst>
        </pc:spChg>
        <pc:spChg chg="add">
          <ac:chgData name="rajusareddy1203@outlook.com" userId="ddbea13ba8636fdf" providerId="LiveId" clId="{812C4216-92E1-484A-A46C-25694358081A}" dt="2026-03-25T23:58:10.035" v="505" actId="26606"/>
          <ac:spMkLst>
            <pc:docMk/>
            <pc:sldMk cId="2828178835" sldId="265"/>
            <ac:spMk id="20" creationId="{7E134C76-7FB4-4BB7-9322-DD8A4B179ACD}"/>
          </ac:spMkLst>
        </pc:spChg>
        <pc:spChg chg="add">
          <ac:chgData name="rajusareddy1203@outlook.com" userId="ddbea13ba8636fdf" providerId="LiveId" clId="{812C4216-92E1-484A-A46C-25694358081A}" dt="2026-03-25T23:58:10.035" v="505" actId="26606"/>
          <ac:spMkLst>
            <pc:docMk/>
            <pc:sldMk cId="2828178835" sldId="265"/>
            <ac:spMk id="22" creationId="{C0C57804-4F33-4D85-AA3E-DA0F214BBD91}"/>
          </ac:spMkLst>
        </pc:spChg>
        <pc:cxnChg chg="add">
          <ac:chgData name="rajusareddy1203@outlook.com" userId="ddbea13ba8636fdf" providerId="LiveId" clId="{812C4216-92E1-484A-A46C-25694358081A}" dt="2026-03-25T23:58:10.035" v="505" actId="26606"/>
          <ac:cxnSpMkLst>
            <pc:docMk/>
            <pc:sldMk cId="2828178835" sldId="265"/>
            <ac:cxnSpMk id="10" creationId="{FEB90296-CFE0-401D-9CA3-32966EC4F01D}"/>
          </ac:cxnSpMkLst>
        </pc:cxnChg>
        <pc:cxnChg chg="add">
          <ac:chgData name="rajusareddy1203@outlook.com" userId="ddbea13ba8636fdf" providerId="LiveId" clId="{812C4216-92E1-484A-A46C-25694358081A}" dt="2026-03-25T23:58:10.035" v="505" actId="26606"/>
          <ac:cxnSpMkLst>
            <pc:docMk/>
            <pc:sldMk cId="2828178835" sldId="265"/>
            <ac:cxnSpMk id="12" creationId="{08C9B4EE-7611-4ED9-B356-7BDD377C39B0}"/>
          </ac:cxnSpMkLst>
        </pc:cxnChg>
        <pc:cxnChg chg="add">
          <ac:chgData name="rajusareddy1203@outlook.com" userId="ddbea13ba8636fdf" providerId="LiveId" clId="{812C4216-92E1-484A-A46C-25694358081A}" dt="2026-03-25T23:58:10.035" v="505" actId="26606"/>
          <ac:cxnSpMkLst>
            <pc:docMk/>
            <pc:sldMk cId="2828178835" sldId="265"/>
            <ac:cxnSpMk id="14" creationId="{4A4F266A-F2F7-47CD-8BBC-E3777E982FD2}"/>
          </ac:cxnSpMkLst>
        </pc:cxnChg>
        <pc:cxnChg chg="add">
          <ac:chgData name="rajusareddy1203@outlook.com" userId="ddbea13ba8636fdf" providerId="LiveId" clId="{812C4216-92E1-484A-A46C-25694358081A}" dt="2026-03-25T23:58:10.035" v="505" actId="26606"/>
          <ac:cxnSpMkLst>
            <pc:docMk/>
            <pc:sldMk cId="2828178835" sldId="265"/>
            <ac:cxnSpMk id="16" creationId="{20D69C80-8919-4A32-B897-F2A21F940574}"/>
          </ac:cxnSpMkLst>
        </pc:cxnChg>
        <pc:cxnChg chg="add">
          <ac:chgData name="rajusareddy1203@outlook.com" userId="ddbea13ba8636fdf" providerId="LiveId" clId="{812C4216-92E1-484A-A46C-25694358081A}" dt="2026-03-25T23:58:10.035" v="505" actId="26606"/>
          <ac:cxnSpMkLst>
            <pc:docMk/>
            <pc:sldMk cId="2828178835" sldId="265"/>
            <ac:cxnSpMk id="18" creationId="{F427B072-CC5B-481B-9719-8CD4C54444BE}"/>
          </ac:cxnSpMkLst>
        </pc:cxnChg>
      </pc:sldChg>
      <pc:sldChg chg="addSp modSp setBg">
        <pc:chgData name="rajusareddy1203@outlook.com" userId="ddbea13ba8636fdf" providerId="LiveId" clId="{812C4216-92E1-484A-A46C-25694358081A}" dt="2026-03-26T00:01:23.364" v="726"/>
        <pc:sldMkLst>
          <pc:docMk/>
          <pc:sldMk cId="1187750637" sldId="266"/>
        </pc:sldMkLst>
        <pc:spChg chg="add mod">
          <ac:chgData name="rajusareddy1203@outlook.com" userId="ddbea13ba8636fdf" providerId="LiveId" clId="{812C4216-92E1-484A-A46C-25694358081A}" dt="2026-03-25T20:47:53.575" v="0"/>
          <ac:spMkLst>
            <pc:docMk/>
            <pc:sldMk cId="1187750637" sldId="266"/>
            <ac:spMk id="6" creationId="{0AC05A45-AFC7-D02F-55E4-053041EB8F53}"/>
          </ac:spMkLst>
        </pc:spChg>
      </pc:sldChg>
      <pc:sldChg chg="ord">
        <pc:chgData name="rajusareddy1203@outlook.com" userId="ddbea13ba8636fdf" providerId="LiveId" clId="{812C4216-92E1-484A-A46C-25694358081A}" dt="2026-03-25T21:18:43.097" v="21"/>
        <pc:sldMkLst>
          <pc:docMk/>
          <pc:sldMk cId="3105121780" sldId="267"/>
        </pc:sldMkLst>
      </pc:sldChg>
      <pc:sldChg chg="addSp delSp modSp mod setBg">
        <pc:chgData name="rajusareddy1203@outlook.com" userId="ddbea13ba8636fdf" providerId="LiveId" clId="{812C4216-92E1-484A-A46C-25694358081A}" dt="2026-03-26T00:01:47.884" v="727"/>
        <pc:sldMkLst>
          <pc:docMk/>
          <pc:sldMk cId="908439392" sldId="268"/>
        </pc:sldMkLst>
        <pc:spChg chg="mod">
          <ac:chgData name="rajusareddy1203@outlook.com" userId="ddbea13ba8636fdf" providerId="LiveId" clId="{812C4216-92E1-484A-A46C-25694358081A}" dt="2026-03-26T00:01:47.884" v="727"/>
          <ac:spMkLst>
            <pc:docMk/>
            <pc:sldMk cId="908439392" sldId="268"/>
            <ac:spMk id="5" creationId="{1252AE5C-2FD0-D41F-3365-92A4AB0A54A0}"/>
          </ac:spMkLst>
        </pc:spChg>
        <pc:graphicFrameChg chg="add mod">
          <ac:chgData name="rajusareddy1203@outlook.com" userId="ddbea13ba8636fdf" providerId="LiveId" clId="{812C4216-92E1-484A-A46C-25694358081A}" dt="2026-03-25T20:56:09.412" v="6"/>
          <ac:graphicFrameMkLst>
            <pc:docMk/>
            <pc:sldMk cId="908439392" sldId="268"/>
            <ac:graphicFrameMk id="4" creationId="{5C67F759-D79B-BC8F-D47A-CD47708D1824}"/>
          </ac:graphicFrameMkLst>
        </pc:graphicFrameChg>
        <pc:graphicFrameChg chg="mod">
          <ac:chgData name="rajusareddy1203@outlook.com" userId="ddbea13ba8636fdf" providerId="LiveId" clId="{812C4216-92E1-484A-A46C-25694358081A}" dt="2026-03-25T21:00:31.713" v="8"/>
          <ac:graphicFrameMkLst>
            <pc:docMk/>
            <pc:sldMk cId="908439392" sldId="268"/>
            <ac:graphicFrameMk id="6" creationId="{A40B2D9F-6F30-EF6E-1028-84672ADDF2C7}"/>
          </ac:graphicFrameMkLst>
        </pc:graphicFrameChg>
        <pc:picChg chg="del">
          <ac:chgData name="rajusareddy1203@outlook.com" userId="ddbea13ba8636fdf" providerId="LiveId" clId="{812C4216-92E1-484A-A46C-25694358081A}" dt="2026-03-25T20:54:47.359" v="2" actId="21"/>
          <ac:picMkLst>
            <pc:docMk/>
            <pc:sldMk cId="908439392" sldId="268"/>
            <ac:picMk id="16391" creationId="{61CECCEE-57B5-5736-C50D-470A34A546E5}"/>
          </ac:picMkLst>
        </pc:picChg>
      </pc:sldChg>
      <pc:sldChg chg="addSp delSp modSp mod delDesignElem">
        <pc:chgData name="rajusareddy1203@outlook.com" userId="ddbea13ba8636fdf" providerId="LiveId" clId="{812C4216-92E1-484A-A46C-25694358081A}" dt="2026-03-25T23:48:19.068" v="436"/>
        <pc:sldMkLst>
          <pc:docMk/>
          <pc:sldMk cId="3954966057" sldId="269"/>
        </pc:sldMkLst>
        <pc:spChg chg="mod">
          <ac:chgData name="rajusareddy1203@outlook.com" userId="ddbea13ba8636fdf" providerId="LiveId" clId="{812C4216-92E1-484A-A46C-25694358081A}" dt="2026-03-25T23:43:40.581" v="310" actId="2711"/>
          <ac:spMkLst>
            <pc:docMk/>
            <pc:sldMk cId="3954966057" sldId="269"/>
            <ac:spMk id="2" creationId="{045996DC-5D59-CDE3-4472-B3DC215C19BD}"/>
          </ac:spMkLst>
        </pc:spChg>
        <pc:spChg chg="mod">
          <ac:chgData name="rajusareddy1203@outlook.com" userId="ddbea13ba8636fdf" providerId="LiveId" clId="{812C4216-92E1-484A-A46C-25694358081A}" dt="2026-03-25T23:44:51.648" v="314" actId="947"/>
          <ac:spMkLst>
            <pc:docMk/>
            <pc:sldMk cId="3954966057" sldId="269"/>
            <ac:spMk id="5" creationId="{54355AC5-7266-D1E4-4AFD-CFC1CFEE6FF9}"/>
          </ac:spMkLst>
        </pc:spChg>
        <pc:spChg chg="add del">
          <ac:chgData name="rajusareddy1203@outlook.com" userId="ddbea13ba8636fdf" providerId="LiveId" clId="{812C4216-92E1-484A-A46C-25694358081A}" dt="2026-03-25T23:48:19.068" v="436"/>
          <ac:spMkLst>
            <pc:docMk/>
            <pc:sldMk cId="3954966057" sldId="269"/>
            <ac:spMk id="22" creationId="{AD2D45C7-2E37-44FD-AC77-116CD14B9ED9}"/>
          </ac:spMkLst>
        </pc:spChg>
        <pc:spChg chg="add del">
          <ac:chgData name="rajusareddy1203@outlook.com" userId="ddbea13ba8636fdf" providerId="LiveId" clId="{812C4216-92E1-484A-A46C-25694358081A}" dt="2026-03-25T23:48:19.068" v="436"/>
          <ac:spMkLst>
            <pc:docMk/>
            <pc:sldMk cId="3954966057" sldId="269"/>
            <ac:spMk id="23" creationId="{1FF88480-2CF1-4C54-8CE3-2CA9CD9FF896}"/>
          </ac:spMkLst>
        </pc:spChg>
        <pc:grpChg chg="add del">
          <ac:chgData name="rajusareddy1203@outlook.com" userId="ddbea13ba8636fdf" providerId="LiveId" clId="{812C4216-92E1-484A-A46C-25694358081A}" dt="2026-03-25T23:48:19.068" v="436"/>
          <ac:grpSpMkLst>
            <pc:docMk/>
            <pc:sldMk cId="3954966057" sldId="269"/>
            <ac:grpSpMk id="21" creationId="{6CC7770B-E4E1-42D6-9437-DAA4A3A9E659}"/>
          </ac:grpSpMkLst>
        </pc:grpChg>
      </pc:sldChg>
      <pc:sldChg chg="addSp delSp modSp mod delDesignElem">
        <pc:chgData name="rajusareddy1203@outlook.com" userId="ddbea13ba8636fdf" providerId="LiveId" clId="{812C4216-92E1-484A-A46C-25694358081A}" dt="2026-03-25T23:48:19.068" v="436"/>
        <pc:sldMkLst>
          <pc:docMk/>
          <pc:sldMk cId="808029362" sldId="270"/>
        </pc:sldMkLst>
        <pc:spChg chg="mod">
          <ac:chgData name="rajusareddy1203@outlook.com" userId="ddbea13ba8636fdf" providerId="LiveId" clId="{812C4216-92E1-484A-A46C-25694358081A}" dt="2026-03-25T23:47:44.252" v="416"/>
          <ac:spMkLst>
            <pc:docMk/>
            <pc:sldMk cId="808029362" sldId="270"/>
            <ac:spMk id="3" creationId="{37776842-5C61-C5D0-DF9E-6D6F5C19A474}"/>
          </ac:spMkLst>
        </pc:spChg>
        <pc:spChg chg="add del">
          <ac:chgData name="rajusareddy1203@outlook.com" userId="ddbea13ba8636fdf" providerId="LiveId" clId="{812C4216-92E1-484A-A46C-25694358081A}" dt="2026-03-25T23:48:19.068" v="436"/>
          <ac:spMkLst>
            <pc:docMk/>
            <pc:sldMk cId="808029362" sldId="270"/>
            <ac:spMk id="19" creationId="{7E134C76-7FB4-4BB7-9322-DD8A4B179ACD}"/>
          </ac:spMkLst>
        </pc:spChg>
        <pc:spChg chg="add del">
          <ac:chgData name="rajusareddy1203@outlook.com" userId="ddbea13ba8636fdf" providerId="LiveId" clId="{812C4216-92E1-484A-A46C-25694358081A}" dt="2026-03-25T23:48:19.068" v="436"/>
          <ac:spMkLst>
            <pc:docMk/>
            <pc:sldMk cId="808029362" sldId="270"/>
            <ac:spMk id="21" creationId="{C0C57804-4F33-4D85-AA3E-DA0F214BBD91}"/>
          </ac:spMkLst>
        </pc:spChg>
        <pc:cxnChg chg="add del">
          <ac:chgData name="rajusareddy1203@outlook.com" userId="ddbea13ba8636fdf" providerId="LiveId" clId="{812C4216-92E1-484A-A46C-25694358081A}" dt="2026-03-25T23:48:19.068" v="436"/>
          <ac:cxnSpMkLst>
            <pc:docMk/>
            <pc:sldMk cId="808029362" sldId="270"/>
            <ac:cxnSpMk id="9" creationId="{FEB90296-CFE0-401D-9CA3-32966EC4F01D}"/>
          </ac:cxnSpMkLst>
        </pc:cxnChg>
        <pc:cxnChg chg="add del">
          <ac:chgData name="rajusareddy1203@outlook.com" userId="ddbea13ba8636fdf" providerId="LiveId" clId="{812C4216-92E1-484A-A46C-25694358081A}" dt="2026-03-25T23:48:19.068" v="436"/>
          <ac:cxnSpMkLst>
            <pc:docMk/>
            <pc:sldMk cId="808029362" sldId="270"/>
            <ac:cxnSpMk id="11" creationId="{08C9B4EE-7611-4ED9-B356-7BDD377C39B0}"/>
          </ac:cxnSpMkLst>
        </pc:cxnChg>
        <pc:cxnChg chg="add del">
          <ac:chgData name="rajusareddy1203@outlook.com" userId="ddbea13ba8636fdf" providerId="LiveId" clId="{812C4216-92E1-484A-A46C-25694358081A}" dt="2026-03-25T23:48:19.068" v="436"/>
          <ac:cxnSpMkLst>
            <pc:docMk/>
            <pc:sldMk cId="808029362" sldId="270"/>
            <ac:cxnSpMk id="13" creationId="{4A4F266A-F2F7-47CD-8BBC-E3777E982FD2}"/>
          </ac:cxnSpMkLst>
        </pc:cxnChg>
        <pc:cxnChg chg="add del">
          <ac:chgData name="rajusareddy1203@outlook.com" userId="ddbea13ba8636fdf" providerId="LiveId" clId="{812C4216-92E1-484A-A46C-25694358081A}" dt="2026-03-25T23:48:19.068" v="436"/>
          <ac:cxnSpMkLst>
            <pc:docMk/>
            <pc:sldMk cId="808029362" sldId="270"/>
            <ac:cxnSpMk id="15" creationId="{20D69C80-8919-4A32-B897-F2A21F940574}"/>
          </ac:cxnSpMkLst>
        </pc:cxnChg>
        <pc:cxnChg chg="add del">
          <ac:chgData name="rajusareddy1203@outlook.com" userId="ddbea13ba8636fdf" providerId="LiveId" clId="{812C4216-92E1-484A-A46C-25694358081A}" dt="2026-03-25T23:48:19.068" v="436"/>
          <ac:cxnSpMkLst>
            <pc:docMk/>
            <pc:sldMk cId="808029362" sldId="270"/>
            <ac:cxnSpMk id="17" creationId="{F427B072-CC5B-481B-9719-8CD4C54444BE}"/>
          </ac:cxnSpMkLst>
        </pc:cxnChg>
      </pc:sldChg>
      <pc:sldChg chg="addSp delSp modSp mod delDesignElem">
        <pc:chgData name="rajusareddy1203@outlook.com" userId="ddbea13ba8636fdf" providerId="LiveId" clId="{812C4216-92E1-484A-A46C-25694358081A}" dt="2026-03-26T00:07:43.836" v="1201" actId="255"/>
        <pc:sldMkLst>
          <pc:docMk/>
          <pc:sldMk cId="3880696942" sldId="271"/>
        </pc:sldMkLst>
        <pc:spChg chg="mod">
          <ac:chgData name="rajusareddy1203@outlook.com" userId="ddbea13ba8636fdf" providerId="LiveId" clId="{812C4216-92E1-484A-A46C-25694358081A}" dt="2026-03-26T00:07:43.836" v="1201" actId="255"/>
          <ac:spMkLst>
            <pc:docMk/>
            <pc:sldMk cId="3880696942" sldId="271"/>
            <ac:spMk id="2" creationId="{11162618-1FAC-EB14-A3ED-86899D7281B7}"/>
          </ac:spMkLst>
        </pc:spChg>
        <pc:spChg chg="add del">
          <ac:chgData name="rajusareddy1203@outlook.com" userId="ddbea13ba8636fdf" providerId="LiveId" clId="{812C4216-92E1-484A-A46C-25694358081A}" dt="2026-03-25T23:48:19.068" v="436"/>
          <ac:spMkLst>
            <pc:docMk/>
            <pc:sldMk cId="3880696942" sldId="271"/>
            <ac:spMk id="18" creationId="{AD2D45C7-2E37-44FD-AC77-116CD14B9ED9}"/>
          </ac:spMkLst>
        </pc:spChg>
        <pc:spChg chg="add del">
          <ac:chgData name="rajusareddy1203@outlook.com" userId="ddbea13ba8636fdf" providerId="LiveId" clId="{812C4216-92E1-484A-A46C-25694358081A}" dt="2026-03-25T23:48:19.068" v="436"/>
          <ac:spMkLst>
            <pc:docMk/>
            <pc:sldMk cId="3880696942" sldId="271"/>
            <ac:spMk id="20" creationId="{1FF88480-2CF1-4C54-8CE3-2CA9CD9FF896}"/>
          </ac:spMkLst>
        </pc:spChg>
        <pc:grpChg chg="add del">
          <ac:chgData name="rajusareddy1203@outlook.com" userId="ddbea13ba8636fdf" providerId="LiveId" clId="{812C4216-92E1-484A-A46C-25694358081A}" dt="2026-03-25T23:48:19.068" v="436"/>
          <ac:grpSpMkLst>
            <pc:docMk/>
            <pc:sldMk cId="3880696942" sldId="271"/>
            <ac:grpSpMk id="11" creationId="{6CC7770B-E4E1-42D6-9437-DAA4A3A9E659}"/>
          </ac:grpSpMkLst>
        </pc:grpChg>
      </pc:sldChg>
      <pc:sldChg chg="addSp delSp modSp mod setBg">
        <pc:chgData name="rajusareddy1203@outlook.com" userId="ddbea13ba8636fdf" providerId="LiveId" clId="{812C4216-92E1-484A-A46C-25694358081A}" dt="2026-03-26T00:01:11.116" v="722"/>
        <pc:sldMkLst>
          <pc:docMk/>
          <pc:sldMk cId="2500160877" sldId="272"/>
        </pc:sldMkLst>
        <pc:spChg chg="mod">
          <ac:chgData name="rajusareddy1203@outlook.com" userId="ddbea13ba8636fdf" providerId="LiveId" clId="{812C4216-92E1-484A-A46C-25694358081A}" dt="2026-03-25T21:04:38.514" v="13"/>
          <ac:spMkLst>
            <pc:docMk/>
            <pc:sldMk cId="2500160877" sldId="272"/>
            <ac:spMk id="2" creationId="{A8CFCFE7-E7C1-79CC-954E-184D40E8AA02}"/>
          </ac:spMkLst>
        </pc:spChg>
        <pc:spChg chg="add del mod">
          <ac:chgData name="rajusareddy1203@outlook.com" userId="ddbea13ba8636fdf" providerId="LiveId" clId="{812C4216-92E1-484A-A46C-25694358081A}" dt="2026-03-26T00:00:54.447" v="649" actId="26606"/>
          <ac:spMkLst>
            <pc:docMk/>
            <pc:sldMk cId="2500160877" sldId="272"/>
            <ac:spMk id="3" creationId="{E785B291-8E58-BA23-A02A-216AD1F4B29E}"/>
          </ac:spMkLst>
        </pc:spChg>
        <pc:spChg chg="del">
          <ac:chgData name="rajusareddy1203@outlook.com" userId="ddbea13ba8636fdf" providerId="LiveId" clId="{812C4216-92E1-484A-A46C-25694358081A}" dt="2026-03-25T20:54:52.609" v="3"/>
          <ac:spMkLst>
            <pc:docMk/>
            <pc:sldMk cId="2500160877" sldId="272"/>
            <ac:spMk id="4" creationId="{5DA16D5E-799A-0CDB-1A0C-0BBCCE4EBC8E}"/>
          </ac:spMkLst>
        </pc:spChg>
        <pc:spChg chg="mod">
          <ac:chgData name="rajusareddy1203@outlook.com" userId="ddbea13ba8636fdf" providerId="LiveId" clId="{812C4216-92E1-484A-A46C-25694358081A}" dt="2026-03-25T21:14:55.037" v="20"/>
          <ac:spMkLst>
            <pc:docMk/>
            <pc:sldMk cId="2500160877" sldId="272"/>
            <ac:spMk id="6" creationId="{2F9C840A-1C0A-3947-8B2D-F021F4997B1A}"/>
          </ac:spMkLst>
        </pc:spChg>
        <pc:graphicFrameChg chg="add del">
          <ac:chgData name="rajusareddy1203@outlook.com" userId="ddbea13ba8636fdf" providerId="LiveId" clId="{812C4216-92E1-484A-A46C-25694358081A}" dt="2026-03-26T00:00:54.447" v="649" actId="26606"/>
          <ac:graphicFrameMkLst>
            <pc:docMk/>
            <pc:sldMk cId="2500160877" sldId="272"/>
            <ac:graphicFrameMk id="16393" creationId="{B2747C0D-608A-34FE-6332-9CF2B789D098}"/>
          </ac:graphicFrameMkLst>
        </pc:graphicFrameChg>
        <pc:picChg chg="add mod">
          <ac:chgData name="rajusareddy1203@outlook.com" userId="ddbea13ba8636fdf" providerId="LiveId" clId="{812C4216-92E1-484A-A46C-25694358081A}" dt="2026-03-25T23:48:19.068" v="436"/>
          <ac:picMkLst>
            <pc:docMk/>
            <pc:sldMk cId="2500160877" sldId="272"/>
            <ac:picMk id="16391" creationId="{61CECCEE-57B5-5736-C50D-470A34A546E5}"/>
          </ac:picMkLst>
        </pc:picChg>
      </pc:sldChg>
      <pc:sldChg chg="addSp delSp modSp mod setBg setClrOvrMap">
        <pc:chgData name="rajusareddy1203@outlook.com" userId="ddbea13ba8636fdf" providerId="LiveId" clId="{812C4216-92E1-484A-A46C-25694358081A}" dt="2026-03-26T00:04:32.673" v="1186"/>
        <pc:sldMkLst>
          <pc:docMk/>
          <pc:sldMk cId="395014078" sldId="273"/>
        </pc:sldMkLst>
        <pc:spChg chg="mod">
          <ac:chgData name="rajusareddy1203@outlook.com" userId="ddbea13ba8636fdf" providerId="LiveId" clId="{812C4216-92E1-484A-A46C-25694358081A}" dt="2026-03-25T23:48:31.858" v="437" actId="207"/>
          <ac:spMkLst>
            <pc:docMk/>
            <pc:sldMk cId="395014078" sldId="273"/>
            <ac:spMk id="2" creationId="{3BFFE81A-90BB-02DF-DF13-8F0E02C22041}"/>
          </ac:spMkLst>
        </pc:spChg>
        <pc:spChg chg="mod">
          <ac:chgData name="rajusareddy1203@outlook.com" userId="ddbea13ba8636fdf" providerId="LiveId" clId="{812C4216-92E1-484A-A46C-25694358081A}" dt="2026-03-25T23:48:32.272" v="438" actId="207"/>
          <ac:spMkLst>
            <pc:docMk/>
            <pc:sldMk cId="395014078" sldId="273"/>
            <ac:spMk id="3" creationId="{BA41E091-D44D-8941-B856-E8F00843ED01}"/>
          </ac:spMkLst>
        </pc:spChg>
        <pc:spChg chg="add del">
          <ac:chgData name="rajusareddy1203@outlook.com" userId="ddbea13ba8636fdf" providerId="LiveId" clId="{812C4216-92E1-484A-A46C-25694358081A}" dt="2026-03-25T23:48:17.384" v="433" actId="26606"/>
          <ac:spMkLst>
            <pc:docMk/>
            <pc:sldMk cId="395014078" sldId="273"/>
            <ac:spMk id="5" creationId="{7E134C76-7FB4-4BB7-9322-DD8A4B179ACD}"/>
          </ac:spMkLst>
        </pc:spChg>
        <pc:spChg chg="add del">
          <ac:chgData name="rajusareddy1203@outlook.com" userId="ddbea13ba8636fdf" providerId="LiveId" clId="{812C4216-92E1-484A-A46C-25694358081A}" dt="2026-03-25T23:48:17.384" v="433" actId="26606"/>
          <ac:spMkLst>
            <pc:docMk/>
            <pc:sldMk cId="395014078" sldId="273"/>
            <ac:spMk id="6" creationId="{C0C57804-4F33-4D85-AA3E-DA0F214BBD91}"/>
          </ac:spMkLst>
        </pc:spChg>
        <pc:spChg chg="add del">
          <ac:chgData name="rajusareddy1203@outlook.com" userId="ddbea13ba8636fdf" providerId="LiveId" clId="{812C4216-92E1-484A-A46C-25694358081A}" dt="2026-03-25T23:48:05.904" v="424" actId="26606"/>
          <ac:spMkLst>
            <pc:docMk/>
            <pc:sldMk cId="395014078" sldId="273"/>
            <ac:spMk id="12" creationId="{4FA533C5-33E3-4611-AF9F-72811D8B26A6}"/>
          </ac:spMkLst>
        </pc:spChg>
        <pc:spChg chg="add del">
          <ac:chgData name="rajusareddy1203@outlook.com" userId="ddbea13ba8636fdf" providerId="LiveId" clId="{812C4216-92E1-484A-A46C-25694358081A}" dt="2026-03-25T23:48:18.464" v="435" actId="26606"/>
          <ac:spMkLst>
            <pc:docMk/>
            <pc:sldMk cId="395014078" sldId="273"/>
            <ac:spMk id="15" creationId="{AD2D45C7-2E37-44FD-AC77-116CD14B9ED9}"/>
          </ac:spMkLst>
        </pc:spChg>
        <pc:spChg chg="add del">
          <ac:chgData name="rajusareddy1203@outlook.com" userId="ddbea13ba8636fdf" providerId="LiveId" clId="{812C4216-92E1-484A-A46C-25694358081A}" dt="2026-03-25T23:48:18.464" v="435" actId="26606"/>
          <ac:spMkLst>
            <pc:docMk/>
            <pc:sldMk cId="395014078" sldId="273"/>
            <ac:spMk id="17" creationId="{1FF88480-2CF1-4C54-8CE3-2CA9CD9FF896}"/>
          </ac:spMkLst>
        </pc:spChg>
        <pc:spChg chg="add del">
          <ac:chgData name="rajusareddy1203@outlook.com" userId="ddbea13ba8636fdf" providerId="LiveId" clId="{812C4216-92E1-484A-A46C-25694358081A}" dt="2026-03-25T23:48:05.904" v="424" actId="26606"/>
          <ac:spMkLst>
            <pc:docMk/>
            <pc:sldMk cId="395014078" sldId="273"/>
            <ac:spMk id="18" creationId="{87F0FDC4-AD8C-47D9-9131-623C98ADB0AE}"/>
          </ac:spMkLst>
        </pc:spChg>
        <pc:spChg chg="add del">
          <ac:chgData name="rajusareddy1203@outlook.com" userId="ddbea13ba8636fdf" providerId="LiveId" clId="{812C4216-92E1-484A-A46C-25694358081A}" dt="2026-03-25T23:48:05.904" v="424" actId="26606"/>
          <ac:spMkLst>
            <pc:docMk/>
            <pc:sldMk cId="395014078" sldId="273"/>
            <ac:spMk id="20" creationId="{74CD14DB-BB81-479F-A1FC-1C75640E9F84}"/>
          </ac:spMkLst>
        </pc:spChg>
        <pc:spChg chg="add del">
          <ac:chgData name="rajusareddy1203@outlook.com" userId="ddbea13ba8636fdf" providerId="LiveId" clId="{812C4216-92E1-484A-A46C-25694358081A}" dt="2026-03-25T23:48:05.904" v="424" actId="26606"/>
          <ac:spMkLst>
            <pc:docMk/>
            <pc:sldMk cId="395014078" sldId="273"/>
            <ac:spMk id="22" creationId="{C943A91B-7CA7-4592-A975-73B1BF8C4C74}"/>
          </ac:spMkLst>
        </pc:spChg>
        <pc:spChg chg="add del">
          <ac:chgData name="rajusareddy1203@outlook.com" userId="ddbea13ba8636fdf" providerId="LiveId" clId="{812C4216-92E1-484A-A46C-25694358081A}" dt="2026-03-25T23:48:05.904" v="424" actId="26606"/>
          <ac:spMkLst>
            <pc:docMk/>
            <pc:sldMk cId="395014078" sldId="273"/>
            <ac:spMk id="24" creationId="{EC471314-E46A-414B-8D91-74880E84F187}"/>
          </ac:spMkLst>
        </pc:spChg>
        <pc:spChg chg="add del">
          <ac:chgData name="rajusareddy1203@outlook.com" userId="ddbea13ba8636fdf" providerId="LiveId" clId="{812C4216-92E1-484A-A46C-25694358081A}" dt="2026-03-25T23:48:05.904" v="424" actId="26606"/>
          <ac:spMkLst>
            <pc:docMk/>
            <pc:sldMk cId="395014078" sldId="273"/>
            <ac:spMk id="26" creationId="{6A681326-1C9D-44A3-A627-3871BDAE4127}"/>
          </ac:spMkLst>
        </pc:spChg>
        <pc:grpChg chg="add del">
          <ac:chgData name="rajusareddy1203@outlook.com" userId="ddbea13ba8636fdf" providerId="LiveId" clId="{812C4216-92E1-484A-A46C-25694358081A}" dt="2026-03-25T23:48:18.464" v="435" actId="26606"/>
          <ac:grpSpMkLst>
            <pc:docMk/>
            <pc:sldMk cId="395014078" sldId="273"/>
            <ac:grpSpMk id="19" creationId="{6CC7770B-E4E1-42D6-9437-DAA4A3A9E659}"/>
          </ac:grpSpMkLst>
        </pc:grpChg>
        <pc:picChg chg="add del">
          <ac:chgData name="rajusareddy1203@outlook.com" userId="ddbea13ba8636fdf" providerId="LiveId" clId="{812C4216-92E1-484A-A46C-25694358081A}" dt="2026-03-25T23:48:05.904" v="424" actId="26606"/>
          <ac:picMkLst>
            <pc:docMk/>
            <pc:sldMk cId="395014078" sldId="273"/>
            <ac:picMk id="14" creationId="{8949AD42-25FD-4C3D-9EEE-B7FEC5809988}"/>
          </ac:picMkLst>
        </pc:picChg>
        <pc:picChg chg="add del">
          <ac:chgData name="rajusareddy1203@outlook.com" userId="ddbea13ba8636fdf" providerId="LiveId" clId="{812C4216-92E1-484A-A46C-25694358081A}" dt="2026-03-25T23:48:05.904" v="424" actId="26606"/>
          <ac:picMkLst>
            <pc:docMk/>
            <pc:sldMk cId="395014078" sldId="273"/>
            <ac:picMk id="16" creationId="{6AC7D913-60B7-4603-881B-831DA5D3A94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9D8DE9-F4D6-46E8-8D74-7DE48F9DCE76}" type="datetimeFigureOut">
              <a:rPr lang="en-IN" smtClean="0"/>
              <a:t>25-03-2026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479583-7526-41A0-A86B-C0DA5E90D3CC}" type="slidenum">
              <a:rPr lang="en-IN" smtClean="0"/>
              <a:t>‹#›</a:t>
            </a:fld>
            <a:endParaRPr lang="en-IN"/>
          </a:p>
        </p:txBody>
      </p:sp>
    </p:spTree>
    <p:extLst>
      <p:ext uri="{BB962C8B-B14F-4D97-AF65-F5344CB8AC3E}">
        <p14:creationId xmlns:p14="http://schemas.microsoft.com/office/powerpoint/2010/main" val="442091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6479583-7526-41A0-A86B-C0DA5E90D3CC}" type="slidenum">
              <a:rPr lang="en-IN" smtClean="0"/>
              <a:t>2</a:t>
            </a:fld>
            <a:endParaRPr lang="en-IN"/>
          </a:p>
        </p:txBody>
      </p:sp>
    </p:spTree>
    <p:extLst>
      <p:ext uri="{BB962C8B-B14F-4D97-AF65-F5344CB8AC3E}">
        <p14:creationId xmlns:p14="http://schemas.microsoft.com/office/powerpoint/2010/main" val="4260039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6479583-7526-41A0-A86B-C0DA5E90D3CC}" type="slidenum">
              <a:rPr lang="en-IN" smtClean="0"/>
              <a:t>10</a:t>
            </a:fld>
            <a:endParaRPr lang="en-IN"/>
          </a:p>
        </p:txBody>
      </p:sp>
    </p:spTree>
    <p:extLst>
      <p:ext uri="{BB962C8B-B14F-4D97-AF65-F5344CB8AC3E}">
        <p14:creationId xmlns:p14="http://schemas.microsoft.com/office/powerpoint/2010/main" val="4133739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GB"/>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F7F99000-8DC5-4FAA-962C-D38BB4F2BF7D}" type="datetime1">
              <a:rPr lang="en-US" smtClean="0"/>
              <a:t>3/25/2026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227481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7F99000-8DC5-4FAA-962C-D38BB4F2BF7D}" type="datetime1">
              <a:rPr lang="en-US" smtClean="0"/>
              <a:t>3/25/2026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5237171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GB"/>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7F99000-8DC5-4FAA-962C-D38BB4F2BF7D}" type="datetime1">
              <a:rPr lang="en-US" smtClean="0"/>
              <a:t>3/25/2026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36014444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F7F99000-8DC5-4FAA-962C-D38BB4F2BF7D}" type="datetime1">
              <a:rPr lang="en-US" smtClean="0"/>
              <a:t>3/25/2026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3646314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7F99000-8DC5-4FAA-962C-D38BB4F2BF7D}" type="datetime1">
              <a:rPr lang="en-US" smtClean="0"/>
              <a:t>3/25/2026</a:t>
            </a:fld>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695242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23B13EFD-DF71-4A7D-9C47-1BBDB138B295}" type="datetime1">
              <a:rPr lang="en-US" smtClean="0"/>
              <a:t>3/25/2026</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56669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6BE319-9B1C-4A02-A60F-55C05B841F00}" type="datetime1">
              <a:rPr lang="en-US" smtClean="0"/>
              <a:t>3/25/2026</a:t>
            </a:fld>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90318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0EF397E-666B-470F-A253-6BE6BC97EEBE}" type="datetime1">
              <a:rPr lang="en-US" smtClean="0"/>
              <a:t>3/25/2026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35488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GB"/>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7F99000-8DC5-4FAA-962C-D38BB4F2BF7D}" type="datetime1">
              <a:rPr lang="en-US" smtClean="0"/>
              <a:t>3/25/2026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692724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Date Placeholder 2"/>
          <p:cNvSpPr>
            <a:spLocks noGrp="1"/>
          </p:cNvSpPr>
          <p:nvPr>
            <p:ph type="dt" sz="half" idx="10"/>
          </p:nvPr>
        </p:nvSpPr>
        <p:spPr/>
        <p:txBody>
          <a:bodyPr/>
          <a:lstStyle/>
          <a:p>
            <a:fld id="{F7F99000-8DC5-4FAA-962C-D38BB4F2BF7D}" type="datetime1">
              <a:rPr lang="en-US" smtClean="0"/>
              <a:t>3/25/2026</a:t>
            </a:fld>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267334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GB"/>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7F99000-8DC5-4FAA-962C-D38BB4F2BF7D}" type="datetime1">
              <a:rPr lang="en-US" smtClean="0"/>
              <a:t>3/25/2026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128174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7F99000-8DC5-4FAA-962C-D38BB4F2BF7D}" type="datetime1">
              <a:rPr lang="en-US" smtClean="0"/>
              <a:t>3/25/2026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13217885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GB"/>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7F99000-8DC5-4FAA-962C-D38BB4F2BF7D}" type="datetime1">
              <a:rPr lang="en-US" smtClean="0"/>
              <a:t>3/25/2026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705004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7F99000-8DC5-4FAA-962C-D38BB4F2BF7D}" type="datetime1">
              <a:rPr lang="en-US" smtClean="0"/>
              <a:t>3/25/2026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12508164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GB"/>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7F99000-8DC5-4FAA-962C-D38BB4F2BF7D}" type="datetime1">
              <a:rPr lang="en-US" smtClean="0"/>
              <a:t>3/25/2026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775591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7F99000-8DC5-4FAA-962C-D38BB4F2BF7D}" type="datetime1">
              <a:rPr lang="en-US" smtClean="0"/>
              <a:t>3/25/2026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80033132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7F99000-8DC5-4FAA-962C-D38BB4F2BF7D}" type="datetime1">
              <a:rPr lang="en-US" smtClean="0"/>
              <a:t>3/25/2026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76558243"/>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Photo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vert="horz" lIns="91440" tIns="45720" rIns="91440" bIns="45720" rtlCol="0" anchor="t">
            <a:normAutofit/>
          </a:bodyPr>
          <a:lstStyle>
            <a:lvl1pPr>
              <a:defRPr lang="en-US" sz="62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hasCustomPrompt="1"/>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dpi="0" rotWithShape="1">
            <a:blip r:embed="rId2"/>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EF118477-BA54-4B0E-9EC5-D8568300CAF2}" type="datetime1">
              <a:rPr lang="en-US" smtClean="0"/>
              <a:t>3/25/2026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0343903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F7F99000-8DC5-4FAA-962C-D38BB4F2BF7D}" type="datetime1">
              <a:rPr lang="en-US" smtClean="0"/>
              <a:t>3/25/2026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r>
              <a:rPr lang="en-US"/>
              <a:t>Sample Footer Text</a:t>
            </a:r>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24877942"/>
      </p:ext>
    </p:extLst>
  </p:cSld>
  <p:clrMap bg1="dk1" tx1="lt1" bg2="dk2" tx2="lt2" accent1="accent1" accent2="accent2" accent3="accent3" accent4="accent4" accent5="accent5" accent6="accent6" hlink="hlink" folHlink="folHlink"/>
  <p:sldLayoutIdLst>
    <p:sldLayoutId id="2147484018" r:id="rId1"/>
    <p:sldLayoutId id="2147484019" r:id="rId2"/>
    <p:sldLayoutId id="2147484020" r:id="rId3"/>
    <p:sldLayoutId id="2147484021" r:id="rId4"/>
    <p:sldLayoutId id="2147484022" r:id="rId5"/>
    <p:sldLayoutId id="2147484023" r:id="rId6"/>
    <p:sldLayoutId id="2147484024" r:id="rId7"/>
    <p:sldLayoutId id="2147484025" r:id="rId8"/>
    <p:sldLayoutId id="2147484026" r:id="rId9"/>
    <p:sldLayoutId id="2147484027" r:id="rId10"/>
    <p:sldLayoutId id="2147484028" r:id="rId11"/>
    <p:sldLayoutId id="2147484029" r:id="rId12"/>
    <p:sldLayoutId id="2147484030" r:id="rId13"/>
    <p:sldLayoutId id="2147484031" r:id="rId14"/>
    <p:sldLayoutId id="2147484032" r:id="rId15"/>
    <p:sldLayoutId id="2147484033" r:id="rId16"/>
    <p:sldLayoutId id="2147484034" r:id="rId17"/>
    <p:sldLayoutId id="2147484035" r:id="rId18"/>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Rajusareddy1203/final_project.git" TargetMode="Externa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notesSlide" Target="../notesSlides/notesSlide2.xml"/><Relationship Id="rId4"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hyperlink" Target="https://ieeexplore.ieee.org/stamp/stamp.jsp?tp=&amp;arnumber=10958919&amp;isnumber=10958195" TargetMode="External"/><Relationship Id="rId2" Type="http://schemas.openxmlformats.org/officeDocument/2006/relationships/hyperlink" Target="https://ieeexplore.ieee.org/stamp/stamp.jsp?tp=&amp;arnumber=11252303&amp;isnumber=11251524" TargetMode="External"/><Relationship Id="rId1" Type="http://schemas.openxmlformats.org/officeDocument/2006/relationships/slideLayout" Target="../slideLayouts/slideLayout18.xml"/><Relationship Id="rId4" Type="http://schemas.openxmlformats.org/officeDocument/2006/relationships/hyperlink" Target="https://ieeexplore.ieee.org/stamp/stamp.jsp?tp=&amp;arnumber=10671145&amp;isnumber=1067071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FEB90296-CFE0-401D-9CA3-32966EC4F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08C9B4EE-7611-4ED9-B356-7BDD377C3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4A4F266A-F2F7-47CD-8BBC-E3777E982F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20D69C80-8919-4A32-B897-F2A21F9405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F427B072-CC5B-481B-9719-8CD4C5444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7E134C76-7FB4-4BB7-9322-DD8A4B179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useBgFill="1">
        <p:nvSpPr>
          <p:cNvPr id="41" name="Snip Single Corner Rectangle 17">
            <a:extLst>
              <a:ext uri="{FF2B5EF4-FFF2-40B4-BE49-F238E27FC236}">
                <a16:creationId xmlns:a16="http://schemas.microsoft.com/office/drawing/2014/main" id="{C0C57804-4F33-4D85-AA3E-DA0F214BB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12188825" cy="6857999"/>
          </a:xfrm>
          <a:prstGeom prst="snip1Rect">
            <a:avLst>
              <a:gd name="adj" fmla="val 50000"/>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A4CFAB7-DD1A-ED22-4103-0276EA022822}"/>
              </a:ext>
            </a:extLst>
          </p:cNvPr>
          <p:cNvSpPr>
            <a:spLocks noGrp="1"/>
          </p:cNvSpPr>
          <p:nvPr>
            <p:ph type="ctrTitle"/>
          </p:nvPr>
        </p:nvSpPr>
        <p:spPr>
          <a:xfrm>
            <a:off x="684212" y="381001"/>
            <a:ext cx="9678988" cy="1295399"/>
          </a:xfrm>
        </p:spPr>
        <p:txBody>
          <a:bodyPr vert="horz" lIns="91440" tIns="45720" rIns="91440" bIns="45720" rtlCol="0" anchor="b">
            <a:normAutofit fontScale="90000"/>
          </a:bodyPr>
          <a:lstStyle/>
          <a:p>
            <a:pPr algn="ctr"/>
            <a:r>
              <a:rPr lang="en-US" sz="2800" b="1" dirty="0">
                <a:latin typeface="Arial" panose="020B0604020202020204" pitchFamily="34" charset="0"/>
                <a:cs typeface="Arial" panose="020B0604020202020204" pitchFamily="34" charset="0"/>
              </a:rPr>
              <a:t>Predicting Whether It Will Rain Tomorrow or not Using Machine Learning and Historical Weather Data from Australia</a:t>
            </a:r>
          </a:p>
        </p:txBody>
      </p:sp>
      <p:sp>
        <p:nvSpPr>
          <p:cNvPr id="7" name="Subtitle 2">
            <a:extLst>
              <a:ext uri="{FF2B5EF4-FFF2-40B4-BE49-F238E27FC236}">
                <a16:creationId xmlns:a16="http://schemas.microsoft.com/office/drawing/2014/main" id="{10033E41-0FCC-675B-4F89-7FF85151D18F}"/>
              </a:ext>
            </a:extLst>
          </p:cNvPr>
          <p:cNvSpPr>
            <a:spLocks noGrp="1"/>
          </p:cNvSpPr>
          <p:nvPr>
            <p:ph type="subTitle" idx="1"/>
          </p:nvPr>
        </p:nvSpPr>
        <p:spPr>
          <a:xfrm>
            <a:off x="658443" y="2498623"/>
            <a:ext cx="7005742" cy="1635706"/>
          </a:xfrm>
        </p:spPr>
        <p:txBody>
          <a:bodyPr vert="horz" lIns="91440" tIns="45720" rIns="91440" bIns="45720" rtlCol="0" anchor="t">
            <a:normAutofit/>
          </a:bodyPr>
          <a:lstStyle/>
          <a:p>
            <a:pPr>
              <a:lnSpc>
                <a:spcPct val="90000"/>
              </a:lnSpc>
            </a:pPr>
            <a:r>
              <a:rPr lang="en-US" sz="1800" b="1" dirty="0">
                <a:solidFill>
                  <a:schemeClr val="tx1"/>
                </a:solidFill>
                <a:latin typeface="Arial" panose="020B0604020202020204" pitchFamily="34" charset="0"/>
                <a:cs typeface="Arial" panose="020B0604020202020204" pitchFamily="34" charset="0"/>
              </a:rPr>
              <a:t>Name: RAJU KUMAR REDDY SAREDDY</a:t>
            </a:r>
          </a:p>
          <a:p>
            <a:pPr>
              <a:lnSpc>
                <a:spcPct val="90000"/>
              </a:lnSpc>
            </a:pPr>
            <a:r>
              <a:rPr lang="en-US" sz="1800" b="1" dirty="0">
                <a:solidFill>
                  <a:schemeClr val="tx1"/>
                </a:solidFill>
                <a:latin typeface="Arial" panose="020B0604020202020204" pitchFamily="34" charset="0"/>
                <a:cs typeface="Arial" panose="020B0604020202020204" pitchFamily="34" charset="0"/>
              </a:rPr>
              <a:t>Student Id: 24084499</a:t>
            </a:r>
            <a:endParaRPr lang="en-US" altLang="en-US" sz="1800" b="1" dirty="0">
              <a:solidFill>
                <a:schemeClr val="tx1"/>
              </a:solidFill>
              <a:latin typeface="Arial" panose="020B0604020202020204" pitchFamily="34" charset="0"/>
              <a:cs typeface="Arial" panose="020B0604020202020204" pitchFamily="34" charset="0"/>
            </a:endParaRPr>
          </a:p>
          <a:p>
            <a:pPr>
              <a:lnSpc>
                <a:spcPct val="90000"/>
              </a:lnSpc>
            </a:pPr>
            <a:r>
              <a:rPr lang="en-US" sz="1800" b="1" dirty="0" err="1">
                <a:solidFill>
                  <a:schemeClr val="tx1"/>
                </a:solidFill>
                <a:latin typeface="Arial" panose="020B0604020202020204" pitchFamily="34" charset="0"/>
                <a:cs typeface="Arial" panose="020B0604020202020204" pitchFamily="34" charset="0"/>
              </a:rPr>
              <a:t>Github</a:t>
            </a:r>
            <a:r>
              <a:rPr lang="en-US" sz="1800" b="1" dirty="0">
                <a:solidFill>
                  <a:schemeClr val="tx1"/>
                </a:solidFill>
                <a:latin typeface="Arial" panose="020B0604020202020204" pitchFamily="34" charset="0"/>
                <a:cs typeface="Arial" panose="020B0604020202020204" pitchFamily="34" charset="0"/>
              </a:rPr>
              <a:t> Link: </a:t>
            </a:r>
            <a:r>
              <a:rPr lang="en-US" sz="1800" b="1" dirty="0">
                <a:solidFill>
                  <a:schemeClr val="tx1"/>
                </a:solidFill>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https://github.com/Rajusareddy1203/final_project.git</a:t>
            </a:r>
            <a:endParaRPr lang="en-US" sz="18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9910012"/>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CC7770B-E4E1-42D6-9437-DAA4A3A9E6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2" name="Straight Connector 11">
              <a:extLst>
                <a:ext uri="{FF2B5EF4-FFF2-40B4-BE49-F238E27FC236}">
                  <a16:creationId xmlns:a16="http://schemas.microsoft.com/office/drawing/2014/main" id="{5A26DE5B-A1A6-4746-8EF7-4D6809ED75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77A3DDA-BF17-4302-867E-EBFD777B0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BE30704-4227-4B7B-BDB8-BFCF39086F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923B1E7-AEA4-42D8-8F4A-9D116F29665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21B6244-6EAE-442C-ACCF-8146103EC1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8" name="Snip Diagonal Corner Rectangle 6">
            <a:extLst>
              <a:ext uri="{FF2B5EF4-FFF2-40B4-BE49-F238E27FC236}">
                <a16:creationId xmlns:a16="http://schemas.microsoft.com/office/drawing/2014/main" id="{AD2D45C7-2E37-44FD-AC77-116CD14B9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25" y="2"/>
            <a:ext cx="12191075" cy="6857998"/>
          </a:xfrm>
          <a:prstGeom prst="rect">
            <a:avLst/>
          </a:prstGeom>
          <a:ln>
            <a:noFill/>
          </a:ln>
        </p:spPr>
        <p:style>
          <a:lnRef idx="2">
            <a:schemeClr val="accent2"/>
          </a:lnRef>
          <a:fillRef idx="1002">
            <a:schemeClr val="dk2"/>
          </a:fillRef>
          <a:effectRef idx="0">
            <a:schemeClr val="accent2"/>
          </a:effectRef>
          <a:fontRef idx="minor">
            <a:schemeClr val="dk1"/>
          </a:fontRef>
        </p:style>
        <p:txBody>
          <a:bodyPr wrap="square" rtlCol="0" anchor="ctr">
            <a:noAutofit/>
          </a:bodyPr>
          <a:lstStyle/>
          <a:p>
            <a:pPr algn="ctr"/>
            <a:endParaRPr lang="en-US"/>
          </a:p>
        </p:txBody>
      </p:sp>
      <p:sp useBgFill="1">
        <p:nvSpPr>
          <p:cNvPr id="20" name="Snip Single Corner Rectangle 17">
            <a:extLst>
              <a:ext uri="{FF2B5EF4-FFF2-40B4-BE49-F238E27FC236}">
                <a16:creationId xmlns:a16="http://schemas.microsoft.com/office/drawing/2014/main" id="{1FF88480-2CF1-4C54-8CE3-2CA9CD9FF8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12188825" cy="6857999"/>
          </a:xfrm>
          <a:prstGeom prst="snip1Rect">
            <a:avLst>
              <a:gd name="adj" fmla="val 50000"/>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5" name="Rectangle 1">
            <a:extLst>
              <a:ext uri="{FF2B5EF4-FFF2-40B4-BE49-F238E27FC236}">
                <a16:creationId xmlns:a16="http://schemas.microsoft.com/office/drawing/2014/main" id="{91595342-F27A-83D3-8319-5DB4B785997A}"/>
              </a:ext>
            </a:extLst>
          </p:cNvPr>
          <p:cNvSpPr>
            <a:spLocks noGrp="1" noChangeArrowheads="1"/>
          </p:cNvSpPr>
          <p:nvPr>
            <p:ph type="ctrTitle"/>
          </p:nvPr>
        </p:nvSpPr>
        <p:spPr bwMode="auto">
          <a:xfrm>
            <a:off x="684212" y="4487332"/>
            <a:ext cx="8534400" cy="58611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fontScale="90000"/>
          </a:bodyPr>
          <a:lstStyle/>
          <a:p>
            <a:pPr marL="0" marR="0" lvl="0" indent="0" fontAlgn="base">
              <a:spcAft>
                <a:spcPct val="0"/>
              </a:spcAft>
              <a:buClrTx/>
              <a:buSzTx/>
              <a:tabLst/>
            </a:pPr>
            <a:r>
              <a:rPr kumimoji="0" lang="en-US" altLang="en-US" sz="4000" b="1" i="0" u="none" strike="noStrike" normalizeH="0" dirty="0"/>
              <a:t>.</a:t>
            </a:r>
          </a:p>
        </p:txBody>
      </p:sp>
      <p:sp>
        <p:nvSpPr>
          <p:cNvPr id="6" name="Rectangle 2">
            <a:extLst>
              <a:ext uri="{FF2B5EF4-FFF2-40B4-BE49-F238E27FC236}">
                <a16:creationId xmlns:a16="http://schemas.microsoft.com/office/drawing/2014/main" id="{DEE067A5-6DE3-E3DA-A842-4424E129D4BC}"/>
              </a:ext>
            </a:extLst>
          </p:cNvPr>
          <p:cNvSpPr>
            <a:spLocks noChangeArrowheads="1"/>
          </p:cNvSpPr>
          <p:nvPr/>
        </p:nvSpPr>
        <p:spPr bwMode="auto">
          <a:xfrm>
            <a:off x="684211" y="1396182"/>
            <a:ext cx="9217687" cy="437535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marL="0" marR="0" lvl="0" indent="0" fontAlgn="base">
              <a:lnSpc>
                <a:spcPct val="90000"/>
              </a:lnSpc>
              <a:spcBef>
                <a:spcPct val="20000"/>
              </a:spcBef>
              <a:spcAft>
                <a:spcPts val="600"/>
              </a:spcAft>
              <a:buClr>
                <a:schemeClr val="tx1"/>
              </a:buClr>
              <a:buSzPct val="80000"/>
              <a:tabLst/>
            </a:pPr>
            <a:r>
              <a:rPr kumimoji="0" lang="en-US" altLang="en-US" b="0" i="0" u="none" strike="noStrike" normalizeH="0" baseline="0" dirty="0">
                <a:ln>
                  <a:noFill/>
                </a:ln>
                <a:latin typeface="Arial" panose="020B0604020202020204" pitchFamily="34" charset="0"/>
                <a:cs typeface="Arial" panose="020B0604020202020204" pitchFamily="34" charset="0"/>
              </a:rPr>
              <a:t>Precise rainfall </a:t>
            </a:r>
            <a:r>
              <a:rPr kumimoji="0" lang="en-US" altLang="en-US" b="0" i="0" u="none" strike="noStrike" normalizeH="0" dirty="0">
                <a:ln>
                  <a:noFill/>
                </a:ln>
                <a:latin typeface="Arial" panose="020B0604020202020204" pitchFamily="34" charset="0"/>
                <a:cs typeface="Arial" panose="020B0604020202020204" pitchFamily="34" charset="0"/>
              </a:rPr>
              <a:t>forecasting</a:t>
            </a:r>
            <a:r>
              <a:rPr kumimoji="0" lang="en-US" altLang="en-US" b="0" i="0" u="none" strike="noStrike" normalizeH="0" baseline="0" dirty="0">
                <a:ln>
                  <a:noFill/>
                </a:ln>
                <a:latin typeface="Arial" panose="020B0604020202020204" pitchFamily="34" charset="0"/>
                <a:cs typeface="Arial" panose="020B0604020202020204" pitchFamily="34" charset="0"/>
              </a:rPr>
              <a:t> is crucial for agriculture, water resource management, disaster mitigation, and daily planning.</a:t>
            </a:r>
            <a:br>
              <a:rPr kumimoji="0" lang="en-US" altLang="en-US" b="0" i="0" u="none" strike="noStrike" normalizeH="0" baseline="0" dirty="0">
                <a:ln>
                  <a:noFill/>
                </a:ln>
                <a:latin typeface="Arial" panose="020B0604020202020204" pitchFamily="34" charset="0"/>
                <a:cs typeface="Arial" panose="020B0604020202020204" pitchFamily="34" charset="0"/>
              </a:rPr>
            </a:br>
            <a:br>
              <a:rPr kumimoji="0" lang="en-US" altLang="en-US" b="0" i="0" u="none" strike="noStrike" normalizeH="0" baseline="0" dirty="0">
                <a:ln>
                  <a:noFill/>
                </a:ln>
                <a:latin typeface="Arial" panose="020B0604020202020204" pitchFamily="34" charset="0"/>
                <a:cs typeface="Arial" panose="020B0604020202020204" pitchFamily="34" charset="0"/>
              </a:rPr>
            </a:br>
            <a:r>
              <a:rPr kumimoji="0" lang="en-US" altLang="en-US" b="0" i="0" u="none" strike="noStrike" normalizeH="0" baseline="0" dirty="0">
                <a:ln>
                  <a:noFill/>
                </a:ln>
                <a:latin typeface="Arial" panose="020B0604020202020204" pitchFamily="34" charset="0"/>
                <a:cs typeface="Arial" panose="020B0604020202020204" pitchFamily="34" charset="0"/>
              </a:rPr>
              <a:t>Conventional weather forecasting techniques depend on meteorological models that are often intricate and resource-intensive.</a:t>
            </a:r>
            <a:br>
              <a:rPr kumimoji="0" lang="en-US" altLang="en-US" b="0" i="0" u="none" strike="noStrike" normalizeH="0" baseline="0" dirty="0">
                <a:ln>
                  <a:noFill/>
                </a:ln>
                <a:latin typeface="Arial" panose="020B0604020202020204" pitchFamily="34" charset="0"/>
                <a:cs typeface="Arial" panose="020B0604020202020204" pitchFamily="34" charset="0"/>
              </a:rPr>
            </a:br>
            <a:br>
              <a:rPr kumimoji="0" lang="en-US" altLang="en-US" b="0" i="0" u="none" strike="noStrike" normalizeH="0" baseline="0" dirty="0">
                <a:ln>
                  <a:noFill/>
                </a:ln>
                <a:latin typeface="Arial" panose="020B0604020202020204" pitchFamily="34" charset="0"/>
                <a:cs typeface="Arial" panose="020B0604020202020204" pitchFamily="34" charset="0"/>
              </a:rPr>
            </a:br>
            <a:r>
              <a:rPr kumimoji="0" lang="en-US" altLang="en-US" b="0" i="0" u="none" strike="noStrike" normalizeH="0" baseline="0" dirty="0">
                <a:ln>
                  <a:noFill/>
                </a:ln>
                <a:latin typeface="Arial" panose="020B0604020202020204" pitchFamily="34" charset="0"/>
                <a:cs typeface="Arial" panose="020B0604020202020204" pitchFamily="34" charset="0"/>
              </a:rPr>
              <a:t>The accessibility of extensive historical weather datasets enables machine learning algorithms to analyze weather trends and enhance the precision of rainfall predictions.</a:t>
            </a:r>
            <a:br>
              <a:rPr kumimoji="0" lang="en-US" altLang="en-US" b="0" i="0" u="none" strike="noStrike" normalizeH="0" baseline="0" dirty="0">
                <a:ln>
                  <a:noFill/>
                </a:ln>
                <a:latin typeface="Arial" panose="020B0604020202020204" pitchFamily="34" charset="0"/>
                <a:cs typeface="Arial" panose="020B0604020202020204" pitchFamily="34" charset="0"/>
              </a:rPr>
            </a:br>
            <a:br>
              <a:rPr kumimoji="0" lang="en-US" altLang="en-US" b="0" i="0" u="none" strike="noStrike" normalizeH="0" baseline="0" dirty="0">
                <a:ln>
                  <a:noFill/>
                </a:ln>
                <a:latin typeface="Arial" panose="020B0604020202020204" pitchFamily="34" charset="0"/>
                <a:cs typeface="Arial" panose="020B0604020202020204" pitchFamily="34" charset="0"/>
              </a:rPr>
            </a:br>
            <a:r>
              <a:rPr kumimoji="0" lang="en-US" altLang="en-US" b="0" i="0" u="none" strike="noStrike" normalizeH="0" baseline="0" dirty="0">
                <a:ln>
                  <a:noFill/>
                </a:ln>
                <a:latin typeface="Arial" panose="020B0604020202020204" pitchFamily="34" charset="0"/>
                <a:cs typeface="Arial" panose="020B0604020202020204" pitchFamily="34" charset="0"/>
              </a:rPr>
              <a:t>Meteorological variables including temperature, humidity, pressure, wind velocity, and cloud cover are instrumental in influencing precipitation.</a:t>
            </a:r>
          </a:p>
          <a:p>
            <a:pPr marL="0" marR="0" lvl="0" indent="0" fontAlgn="base">
              <a:lnSpc>
                <a:spcPct val="90000"/>
              </a:lnSpc>
              <a:spcBef>
                <a:spcPct val="20000"/>
              </a:spcBef>
              <a:spcAft>
                <a:spcPts val="600"/>
              </a:spcAft>
              <a:buClr>
                <a:schemeClr val="tx1"/>
              </a:buClr>
              <a:buSzPct val="80000"/>
              <a:tabLst/>
            </a:pPr>
            <a:br>
              <a:rPr kumimoji="0" lang="en-US" altLang="en-US" b="0" i="0" u="none" strike="noStrike" normalizeH="0" baseline="0" dirty="0">
                <a:ln>
                  <a:noFill/>
                </a:ln>
                <a:latin typeface="Arial" panose="020B0604020202020204" pitchFamily="34" charset="0"/>
                <a:cs typeface="Arial" panose="020B0604020202020204" pitchFamily="34" charset="0"/>
              </a:rPr>
            </a:br>
            <a:r>
              <a:rPr kumimoji="0" lang="en-US" altLang="en-US" b="0" i="0" u="none" strike="noStrike" normalizeH="0" baseline="0" dirty="0">
                <a:ln>
                  <a:noFill/>
                </a:ln>
                <a:latin typeface="Arial" panose="020B0604020202020204" pitchFamily="34" charset="0"/>
                <a:cs typeface="Arial" panose="020B0604020202020204" pitchFamily="34" charset="0"/>
              </a:rPr>
              <a:t>This study investigates the capability of machine learning models to forecast the likelihood of rain the following day based on historical weather data.</a:t>
            </a:r>
          </a:p>
        </p:txBody>
      </p:sp>
      <p:sp>
        <p:nvSpPr>
          <p:cNvPr id="2" name="Title 3">
            <a:extLst>
              <a:ext uri="{FF2B5EF4-FFF2-40B4-BE49-F238E27FC236}">
                <a16:creationId xmlns:a16="http://schemas.microsoft.com/office/drawing/2014/main" id="{652F7A58-4C1A-D10C-CDBC-84883077637B}"/>
              </a:ext>
            </a:extLst>
          </p:cNvPr>
          <p:cNvSpPr txBox="1">
            <a:spLocks/>
          </p:cNvSpPr>
          <p:nvPr>
            <p:custDataLst>
              <p:tags r:id="rId1"/>
            </p:custDataLst>
          </p:nvPr>
        </p:nvSpPr>
        <p:spPr>
          <a:xfrm>
            <a:off x="596477" y="887306"/>
            <a:ext cx="10800000" cy="720000"/>
          </a:xfrm>
          <a:prstGeom prst="rect">
            <a:avLst/>
          </a:prstGeom>
          <a:effectLst/>
        </p:spPr>
        <p:txBody>
          <a:bodyPr vert="horz" lIns="91440" tIns="45720" rIns="91440" bIns="45720" rtlCol="0" anchor="t">
            <a:normAutofit/>
          </a:bodyPr>
          <a:lstStyle>
            <a:lvl1pPr algn="l" defTabSz="457200" rtl="0" eaLnBrk="1" latinLnBrk="0" hangingPunct="1">
              <a:spcBef>
                <a:spcPct val="0"/>
              </a:spcBef>
              <a:buNone/>
              <a:defRPr lang="en-US" sz="6200" kern="1200" cap="all" dirty="0">
                <a:ln w="3175" cmpd="sng">
                  <a:noFill/>
                </a:ln>
                <a:solidFill>
                  <a:schemeClr val="tx2"/>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IN" altLang="en-US" sz="2800" b="1" cap="none" dirty="0">
                <a:solidFill>
                  <a:schemeClr val="tx1"/>
                </a:solidFill>
                <a:latin typeface="Arial" panose="020B0604020202020204" pitchFamily="34" charset="0"/>
                <a:cs typeface="Arial" panose="020B0604020202020204" pitchFamily="34" charset="0"/>
              </a:rPr>
              <a:t>Introduction &amp; Motivation</a:t>
            </a:r>
          </a:p>
        </p:txBody>
      </p:sp>
    </p:spTree>
    <p:extLst>
      <p:ext uri="{BB962C8B-B14F-4D97-AF65-F5344CB8AC3E}">
        <p14:creationId xmlns:p14="http://schemas.microsoft.com/office/powerpoint/2010/main" val="82855448"/>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47" name="Straight Connector 46">
            <a:extLst>
              <a:ext uri="{FF2B5EF4-FFF2-40B4-BE49-F238E27FC236}">
                <a16:creationId xmlns:a16="http://schemas.microsoft.com/office/drawing/2014/main" id="{FEB90296-CFE0-401D-9CA3-32966EC4F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08C9B4EE-7611-4ED9-B356-7BDD377C3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4A4F266A-F2F7-47CD-8BBC-E3777E982F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20D69C80-8919-4A32-B897-F2A21F9405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F427B072-CC5B-481B-9719-8CD4C5444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7E134C76-7FB4-4BB7-9322-DD8A4B179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useBgFill="1">
        <p:nvSpPr>
          <p:cNvPr id="59" name="Snip Single Corner Rectangle 17">
            <a:extLst>
              <a:ext uri="{FF2B5EF4-FFF2-40B4-BE49-F238E27FC236}">
                <a16:creationId xmlns:a16="http://schemas.microsoft.com/office/drawing/2014/main" id="{C0C57804-4F33-4D85-AA3E-DA0F214BB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12188825" cy="6857999"/>
          </a:xfrm>
          <a:prstGeom prst="snip1Rect">
            <a:avLst>
              <a:gd name="adj" fmla="val 50000"/>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8" name="Rectangle 2">
            <a:extLst>
              <a:ext uri="{FF2B5EF4-FFF2-40B4-BE49-F238E27FC236}">
                <a16:creationId xmlns:a16="http://schemas.microsoft.com/office/drawing/2014/main" id="{4782BA4D-1D28-E61A-6E9E-7A2D4597DA4E}"/>
              </a:ext>
            </a:extLst>
          </p:cNvPr>
          <p:cNvSpPr>
            <a:spLocks noGrp="1" noChangeArrowheads="1"/>
          </p:cNvSpPr>
          <p:nvPr>
            <p:ph type="ctrTitle"/>
          </p:nvPr>
        </p:nvSpPr>
        <p:spPr bwMode="auto">
          <a:xfrm>
            <a:off x="684212" y="228599"/>
            <a:ext cx="10022370" cy="576229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p>
            <a:pPr marL="0" marR="0" lvl="0" indent="0" fontAlgn="base">
              <a:spcAft>
                <a:spcPct val="0"/>
              </a:spcAft>
              <a:buClrTx/>
              <a:buSzTx/>
              <a:tabLst/>
            </a:pPr>
            <a:r>
              <a:rPr kumimoji="0" lang="en-US" altLang="en-US" sz="2000" b="1" i="0" u="none" strike="noStrike" cap="none" normalizeH="0" dirty="0">
                <a:latin typeface="Arial" panose="020B0604020202020204" pitchFamily="34" charset="0"/>
                <a:cs typeface="Arial" panose="020B0604020202020204" pitchFamily="34" charset="0"/>
              </a:rPr>
              <a:t>Research question:</a:t>
            </a:r>
            <a:br>
              <a:rPr kumimoji="0" lang="en-US" altLang="en-US" sz="1500" b="1" i="0" u="none" strike="noStrike" cap="none" normalizeH="0" dirty="0">
                <a:solidFill>
                  <a:schemeClr val="tx1"/>
                </a:solidFill>
                <a:latin typeface="Arial" panose="020B0604020202020204" pitchFamily="34" charset="0"/>
                <a:cs typeface="Arial" panose="020B0604020202020204" pitchFamily="34" charset="0"/>
              </a:rPr>
            </a:br>
            <a:r>
              <a:rPr lang="en-GB" altLang="en-US" sz="1800" cap="none" dirty="0">
                <a:solidFill>
                  <a:schemeClr val="tx1"/>
                </a:solidFill>
                <a:latin typeface="Arial" panose="020B0604020202020204" pitchFamily="34" charset="0"/>
                <a:ea typeface="Calibri" panose="020F0502020204030204" pitchFamily="34" charset="0"/>
                <a:cs typeface="Arial" panose="020B0604020202020204" pitchFamily="34" charset="0"/>
              </a:rPr>
              <a:t>H</a:t>
            </a:r>
            <a:r>
              <a:rPr lang="en-GB" sz="1800" cap="none" dirty="0">
                <a:solidFill>
                  <a:schemeClr val="tx1"/>
                </a:solidFill>
                <a:latin typeface="Arial" panose="020B0604020202020204" pitchFamily="34" charset="0"/>
                <a:ea typeface="Calibri" panose="020F0502020204030204" pitchFamily="34" charset="0"/>
                <a:cs typeface="Arial" panose="020B0604020202020204" pitchFamily="34" charset="0"/>
              </a:rPr>
              <a:t>ow accurately can machine learning models predict </a:t>
            </a:r>
            <a:r>
              <a:rPr lang="en-GB" sz="1800" b="1" cap="none" dirty="0">
                <a:solidFill>
                  <a:schemeClr val="tx1"/>
                </a:solidFill>
                <a:latin typeface="Arial" panose="020B0604020202020204" pitchFamily="34" charset="0"/>
                <a:ea typeface="Calibri" panose="020F0502020204030204" pitchFamily="34" charset="0"/>
                <a:cs typeface="Arial" panose="020B0604020202020204" pitchFamily="34" charset="0"/>
              </a:rPr>
              <a:t>whether it will rain tomorrow</a:t>
            </a:r>
            <a:r>
              <a:rPr lang="en-GB" sz="1800" cap="none" dirty="0">
                <a:solidFill>
                  <a:schemeClr val="tx1"/>
                </a:solidFill>
                <a:latin typeface="Arial" panose="020B0604020202020204" pitchFamily="34" charset="0"/>
                <a:ea typeface="Calibri" panose="020F0502020204030204" pitchFamily="34" charset="0"/>
                <a:cs typeface="Arial" panose="020B0604020202020204" pitchFamily="34" charset="0"/>
              </a:rPr>
              <a:t> using historical weather data from the </a:t>
            </a:r>
            <a:r>
              <a:rPr lang="en-GB" sz="1800" b="1" cap="none" dirty="0" err="1">
                <a:solidFill>
                  <a:schemeClr val="tx1"/>
                </a:solidFill>
                <a:latin typeface="Arial" panose="020B0604020202020204" pitchFamily="34" charset="0"/>
                <a:ea typeface="Calibri" panose="020F0502020204030204" pitchFamily="34" charset="0"/>
                <a:cs typeface="Arial" panose="020B0604020202020204" pitchFamily="34" charset="0"/>
              </a:rPr>
              <a:t>weather.AUS</a:t>
            </a:r>
            <a:r>
              <a:rPr lang="en-GB" sz="1800" b="1" cap="none" dirty="0">
                <a:solidFill>
                  <a:schemeClr val="tx1"/>
                </a:solidFill>
                <a:latin typeface="Arial" panose="020B0604020202020204" pitchFamily="34" charset="0"/>
                <a:ea typeface="Calibri" panose="020F0502020204030204" pitchFamily="34" charset="0"/>
                <a:cs typeface="Arial" panose="020B0604020202020204" pitchFamily="34" charset="0"/>
              </a:rPr>
              <a:t> dataset</a:t>
            </a:r>
            <a:r>
              <a:rPr lang="en-GB" sz="1800" cap="none" dirty="0">
                <a:solidFill>
                  <a:schemeClr val="tx1"/>
                </a:solidFill>
                <a:latin typeface="Arial" panose="020B0604020202020204" pitchFamily="34" charset="0"/>
                <a:ea typeface="Calibri" panose="020F0502020204030204" pitchFamily="34" charset="0"/>
                <a:cs typeface="Arial" panose="020B0604020202020204" pitchFamily="34" charset="0"/>
              </a:rPr>
              <a:t>?</a:t>
            </a:r>
            <a:br>
              <a:rPr lang="en-GB" sz="1800" cap="none" dirty="0">
                <a:solidFill>
                  <a:schemeClr val="tx1"/>
                </a:solidFill>
                <a:latin typeface="Arial" panose="020B0604020202020204" pitchFamily="34" charset="0"/>
                <a:ea typeface="Calibri" panose="020F0502020204030204" pitchFamily="34" charset="0"/>
                <a:cs typeface="Arial" panose="020B0604020202020204" pitchFamily="34" charset="0"/>
              </a:rPr>
            </a:br>
            <a:br>
              <a:rPr kumimoji="0" lang="en-US" altLang="en-US" sz="1800" b="1" i="0" u="none" strike="noStrike" cap="none" normalizeH="0" dirty="0">
                <a:solidFill>
                  <a:schemeClr val="tx1"/>
                </a:solidFill>
                <a:latin typeface="Arial" panose="020B0604020202020204" pitchFamily="34" charset="0"/>
                <a:cs typeface="Arial" panose="020B0604020202020204" pitchFamily="34" charset="0"/>
              </a:rPr>
            </a:br>
            <a:r>
              <a:rPr lang="en-US" altLang="en-US" sz="2000" b="1" cap="none" dirty="0">
                <a:latin typeface="Arial" panose="020B0604020202020204" pitchFamily="34" charset="0"/>
                <a:cs typeface="Arial" panose="020B0604020202020204" pitchFamily="34" charset="0"/>
              </a:rPr>
              <a:t>Objectives:</a:t>
            </a:r>
            <a:br>
              <a:rPr lang="en-US" altLang="en-US" sz="2000" b="1" cap="none" dirty="0">
                <a:solidFill>
                  <a:schemeClr val="tx1"/>
                </a:solidFill>
                <a:latin typeface="Arial" panose="020B0604020202020204" pitchFamily="34" charset="0"/>
                <a:cs typeface="Arial" panose="020B0604020202020204" pitchFamily="34" charset="0"/>
              </a:rPr>
            </a:br>
            <a:br>
              <a:rPr kumimoji="0" lang="en-US" altLang="en-US" sz="1800" b="1"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b="1" i="0" u="none" strike="noStrike" cap="none" normalizeH="0" dirty="0">
                <a:solidFill>
                  <a:schemeClr val="tx1"/>
                </a:solidFill>
                <a:latin typeface="Arial" panose="020B0604020202020204" pitchFamily="34" charset="0"/>
                <a:cs typeface="Arial" panose="020B0604020202020204" pitchFamily="34" charset="0"/>
              </a:rPr>
              <a:t>1. </a:t>
            </a:r>
            <a:r>
              <a:rPr lang="en-US" altLang="en-US" sz="1800" cap="none" dirty="0">
                <a:solidFill>
                  <a:schemeClr val="tx1"/>
                </a:solidFill>
                <a:latin typeface="Arial" panose="020B0604020202020204" pitchFamily="34" charset="0"/>
                <a:ea typeface="Calibri" panose="020F0502020204030204" pitchFamily="34" charset="0"/>
                <a:cs typeface="Arial" panose="020B0604020202020204" pitchFamily="34" charset="0"/>
              </a:rPr>
              <a:t>E</a:t>
            </a:r>
            <a:r>
              <a:rPr kumimoji="0" lang="en-US" altLang="en-US" sz="1800"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t>xamine the </a:t>
            </a:r>
            <a:r>
              <a:rPr kumimoji="0" lang="en-US" altLang="en-US" sz="1800" i="0" u="none" strike="noStrike" cap="none" normalizeH="0" dirty="0" err="1">
                <a:solidFill>
                  <a:schemeClr val="tx1"/>
                </a:solidFill>
                <a:latin typeface="Arial" panose="020B0604020202020204" pitchFamily="34" charset="0"/>
                <a:ea typeface="Calibri" panose="020F0502020204030204" pitchFamily="34" charset="0"/>
                <a:cs typeface="Arial" panose="020B0604020202020204" pitchFamily="34" charset="0"/>
              </a:rPr>
              <a:t>weather.AUS</a:t>
            </a:r>
            <a:r>
              <a:rPr kumimoji="0" lang="en-US" altLang="en-US" sz="1800"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t> dataset to comprehend its structure and principal meteorological factors.</a:t>
            </a:r>
            <a:br>
              <a:rPr kumimoji="0" lang="en-US" altLang="en-US" sz="1800"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br>
            <a:r>
              <a:rPr kumimoji="0" lang="en-US" altLang="en-US" sz="1800" b="1"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t>2. </a:t>
            </a:r>
            <a:r>
              <a:rPr kumimoji="0" lang="en-US" altLang="en-US" sz="1800"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t>Execute data preprocessing, encompassing the management of missing values and the encoding of category variables.</a:t>
            </a:r>
            <a:br>
              <a:rPr kumimoji="0" lang="en-US" altLang="en-US" sz="1800"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br>
            <a:r>
              <a:rPr kumimoji="0" lang="en-US" altLang="en-US" sz="1800" b="1"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t>3. </a:t>
            </a:r>
            <a:r>
              <a:rPr kumimoji="0" lang="en-US" altLang="en-US" sz="1800"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t>Perform exploratory data analysis (EDA) to ascertain correlations between meteorological variables and precipitation.</a:t>
            </a:r>
            <a:br>
              <a:rPr kumimoji="0" lang="en-US" altLang="en-US" sz="1800"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br>
            <a:r>
              <a:rPr kumimoji="0" lang="en-US" altLang="en-US" sz="1800" b="1"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t>4. </a:t>
            </a:r>
            <a:r>
              <a:rPr kumimoji="0" lang="en-US" altLang="en-US" sz="1800"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t>Develop several machine learning models to forecast the incidence of precipitation.</a:t>
            </a:r>
            <a:br>
              <a:rPr kumimoji="0" lang="en-US" altLang="en-US" sz="1800"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br>
            <a:r>
              <a:rPr lang="en-US" altLang="en-US" sz="1800" b="1" cap="none" dirty="0">
                <a:solidFill>
                  <a:schemeClr val="tx1"/>
                </a:solidFill>
                <a:latin typeface="Arial" panose="020B0604020202020204" pitchFamily="34" charset="0"/>
                <a:ea typeface="Calibri" panose="020F0502020204030204" pitchFamily="34" charset="0"/>
                <a:cs typeface="Arial" panose="020B0604020202020204" pitchFamily="34" charset="0"/>
              </a:rPr>
              <a:t>5. </a:t>
            </a:r>
            <a:r>
              <a:rPr kumimoji="0" lang="en-US" altLang="en-US" sz="1800"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t>Utilize SMOTE to address class imbalance within the dataset.</a:t>
            </a:r>
            <a:br>
              <a:rPr kumimoji="0" lang="en-US" altLang="en-US" sz="1800"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br>
            <a:r>
              <a:rPr kumimoji="0" lang="en-US" altLang="en-US" sz="1800" b="1"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t>6. </a:t>
            </a:r>
            <a:r>
              <a:rPr kumimoji="0" lang="en-US" altLang="en-US" sz="1800"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t>Assess model efficacy with classification metrics including accuracy, precision, recall, and f1-score.</a:t>
            </a:r>
            <a:br>
              <a:rPr kumimoji="0" lang="en-US" altLang="en-US" sz="1800"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br>
            <a:r>
              <a:rPr lang="en-US" altLang="en-US" sz="1800" b="1" cap="none" dirty="0">
                <a:solidFill>
                  <a:schemeClr val="tx1"/>
                </a:solidFill>
                <a:latin typeface="Arial" panose="020B0604020202020204" pitchFamily="34" charset="0"/>
                <a:ea typeface="Calibri" panose="020F0502020204030204" pitchFamily="34" charset="0"/>
                <a:cs typeface="Arial" panose="020B0604020202020204" pitchFamily="34" charset="0"/>
              </a:rPr>
              <a:t>7. </a:t>
            </a:r>
            <a:r>
              <a:rPr kumimoji="0" lang="en-US" altLang="en-US" sz="1800" i="0" u="none" strike="noStrike" cap="none" normalizeH="0" dirty="0">
                <a:solidFill>
                  <a:schemeClr val="tx1"/>
                </a:solidFill>
                <a:latin typeface="Arial" panose="020B0604020202020204" pitchFamily="34" charset="0"/>
                <a:ea typeface="Calibri" panose="020F0502020204030204" pitchFamily="34" charset="0"/>
                <a:cs typeface="Arial" panose="020B0604020202020204" pitchFamily="34" charset="0"/>
              </a:rPr>
              <a:t>Determine the most effective model for precipitation forecasting.</a:t>
            </a:r>
          </a:p>
        </p:txBody>
      </p:sp>
    </p:spTree>
    <p:extLst>
      <p:ext uri="{BB962C8B-B14F-4D97-AF65-F5344CB8AC3E}">
        <p14:creationId xmlns:p14="http://schemas.microsoft.com/office/powerpoint/2010/main" val="207020563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EB90296-CFE0-401D-9CA3-32966EC4F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8C9B4EE-7611-4ED9-B356-7BDD377C3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4A4F266A-F2F7-47CD-8BBC-E3777E982F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0D69C80-8919-4A32-B897-F2A21F9405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427B072-CC5B-481B-9719-8CD4C5444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7E134C76-7FB4-4BB7-9322-DD8A4B179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useBgFill="1">
        <p:nvSpPr>
          <p:cNvPr id="23" name="Snip Single Corner Rectangle 17">
            <a:extLst>
              <a:ext uri="{FF2B5EF4-FFF2-40B4-BE49-F238E27FC236}">
                <a16:creationId xmlns:a16="http://schemas.microsoft.com/office/drawing/2014/main" id="{C0C57804-4F33-4D85-AA3E-DA0F214BB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12188825" cy="6857999"/>
          </a:xfrm>
          <a:prstGeom prst="snip1Rect">
            <a:avLst>
              <a:gd name="adj" fmla="val 50000"/>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6" name="Rectangle 2">
            <a:extLst>
              <a:ext uri="{FF2B5EF4-FFF2-40B4-BE49-F238E27FC236}">
                <a16:creationId xmlns:a16="http://schemas.microsoft.com/office/drawing/2014/main" id="{16C9F58D-4546-225C-EEA7-20FC60F4D9E2}"/>
              </a:ext>
            </a:extLst>
          </p:cNvPr>
          <p:cNvSpPr>
            <a:spLocks noGrp="1" noChangeArrowheads="1"/>
          </p:cNvSpPr>
          <p:nvPr>
            <p:ph type="ctrTitle"/>
          </p:nvPr>
        </p:nvSpPr>
        <p:spPr bwMode="auto">
          <a:xfrm>
            <a:off x="654843" y="344129"/>
            <a:ext cx="9678988" cy="628527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Autofit/>
          </a:bodyPr>
          <a:lstStyle/>
          <a:p>
            <a:pPr marL="0" marR="0" lvl="0" indent="0" fontAlgn="base">
              <a:lnSpc>
                <a:spcPct val="90000"/>
              </a:lnSpc>
              <a:spcAft>
                <a:spcPct val="0"/>
              </a:spcAft>
              <a:buClrTx/>
              <a:buSzTx/>
              <a:tabLst/>
            </a:pPr>
            <a:r>
              <a:rPr kumimoji="0" lang="en-US" altLang="en-US" sz="2800" b="1" i="0" u="none" strike="noStrike" cap="none" normalizeH="0" baseline="0" dirty="0">
                <a:latin typeface="Arial" panose="020B0604020202020204" pitchFamily="34" charset="0"/>
                <a:cs typeface="Arial" panose="020B0604020202020204" pitchFamily="34" charset="0"/>
              </a:rPr>
              <a:t>Literature review</a:t>
            </a:r>
            <a:br>
              <a:rPr kumimoji="0" lang="en-US" altLang="en-US" sz="1800" b="0" i="0" u="none" strike="noStrike" cap="none" normalizeH="0" baseline="0" dirty="0">
                <a:solidFill>
                  <a:schemeClr val="tx1"/>
                </a:solidFill>
                <a:latin typeface="Arial" panose="020B0604020202020204" pitchFamily="34" charset="0"/>
                <a:cs typeface="Arial" panose="020B0604020202020204" pitchFamily="34" charset="0"/>
              </a:rPr>
            </a:br>
            <a:br>
              <a:rPr kumimoji="0" lang="en-US" altLang="en-US" sz="1800" b="0" i="0" u="none" strike="noStrike" cap="none" normalizeH="0" baseline="0" dirty="0">
                <a:solidFill>
                  <a:schemeClr val="tx1"/>
                </a:solidFill>
                <a:latin typeface="Arial" panose="020B0604020202020204" pitchFamily="34" charset="0"/>
                <a:cs typeface="Arial" panose="020B0604020202020204" pitchFamily="34" charset="0"/>
              </a:rPr>
            </a:br>
            <a:r>
              <a:rPr kumimoji="0" lang="en-US" altLang="en-US" sz="1800" b="0" i="0" u="none" strike="noStrike" cap="none" normalizeH="0" baseline="0" dirty="0">
                <a:solidFill>
                  <a:schemeClr val="tx1"/>
                </a:solidFill>
                <a:latin typeface="Arial" panose="020B0604020202020204" pitchFamily="34" charset="0"/>
                <a:cs typeface="Arial" panose="020B0604020202020204" pitchFamily="34" charset="0"/>
              </a:rPr>
              <a:t>recent studies indicate that machine learning techniques enhance rainfall forecasting by effectively capturing intricate and nonlinear interactions within meteorological data, surpassing standard statistical methods.</a:t>
            </a:r>
            <a:br>
              <a:rPr kumimoji="0" lang="en-US" altLang="en-US" sz="1800" b="0" i="0" u="none" strike="noStrike" cap="none" normalizeH="0" baseline="0" dirty="0">
                <a:solidFill>
                  <a:schemeClr val="tx1"/>
                </a:solidFill>
                <a:latin typeface="Arial" panose="020B0604020202020204" pitchFamily="34" charset="0"/>
                <a:cs typeface="Arial" panose="020B0604020202020204" pitchFamily="34" charset="0"/>
              </a:rPr>
            </a:br>
            <a:br>
              <a:rPr kumimoji="0" lang="en-US" altLang="en-US" sz="1800" b="0" i="0" u="none" strike="noStrike" cap="none" normalizeH="0" baseline="0" dirty="0">
                <a:solidFill>
                  <a:schemeClr val="tx1"/>
                </a:solidFill>
                <a:latin typeface="Arial" panose="020B0604020202020204" pitchFamily="34" charset="0"/>
                <a:cs typeface="Arial" panose="020B0604020202020204" pitchFamily="34" charset="0"/>
              </a:rPr>
            </a:br>
            <a:r>
              <a:rPr kumimoji="0" lang="en-US" altLang="en-US" sz="1800" b="0" i="0" u="none" strike="noStrike" cap="none" normalizeH="0" baseline="0" dirty="0">
                <a:solidFill>
                  <a:schemeClr val="tx1"/>
                </a:solidFill>
                <a:latin typeface="Arial" panose="020B0604020202020204" pitchFamily="34" charset="0"/>
                <a:cs typeface="Arial" panose="020B0604020202020204" pitchFamily="34" charset="0"/>
              </a:rPr>
              <a:t>Nithya et al. (2025) examined rainfall forecasting with the random forest algorithm and contrasted it with decision tree and multi-layer perceptron methodologies. Their research indicated that random forest yielded more accurate forecasts by modeling interactions among variables including temperature, pressure,  humidity, cloud cover, and wind direction.</a:t>
            </a:r>
            <a:br>
              <a:rPr kumimoji="0" lang="en-US" altLang="en-US" sz="1800" b="0" i="0" u="none" strike="noStrike" cap="none" normalizeH="0" baseline="0" dirty="0">
                <a:solidFill>
                  <a:schemeClr val="tx1"/>
                </a:solidFill>
                <a:latin typeface="Arial" panose="020B0604020202020204" pitchFamily="34" charset="0"/>
                <a:cs typeface="Arial" panose="020B0604020202020204" pitchFamily="34" charset="0"/>
              </a:rPr>
            </a:br>
            <a:br>
              <a:rPr kumimoji="0" lang="en-US" altLang="en-US" sz="1800" b="0" i="0" u="none" strike="noStrike" cap="none" normalizeH="0" baseline="0" dirty="0">
                <a:solidFill>
                  <a:schemeClr val="tx1"/>
                </a:solidFill>
                <a:latin typeface="Arial" panose="020B0604020202020204" pitchFamily="34" charset="0"/>
                <a:cs typeface="Arial" panose="020B0604020202020204" pitchFamily="34" charset="0"/>
              </a:rPr>
            </a:br>
            <a:r>
              <a:rPr kumimoji="0" lang="en-US" altLang="en-US" sz="1800" b="0" i="0" u="none" strike="noStrike" cap="none" normalizeH="0" baseline="0" dirty="0">
                <a:solidFill>
                  <a:schemeClr val="tx1"/>
                </a:solidFill>
                <a:latin typeface="Arial" panose="020B0604020202020204" pitchFamily="34" charset="0"/>
                <a:cs typeface="Arial" panose="020B0604020202020204" pitchFamily="34" charset="0"/>
              </a:rPr>
              <a:t>Vaidya et al. (2025) created rainfall prediction models employing </a:t>
            </a:r>
            <a:r>
              <a:rPr kumimoji="0" lang="en-US" altLang="en-US" sz="1800" b="0" i="0" u="none" strike="noStrike" cap="none" normalizeH="0" baseline="0" dirty="0" err="1">
                <a:solidFill>
                  <a:schemeClr val="tx1"/>
                </a:solidFill>
                <a:latin typeface="Arial" panose="020B0604020202020204" pitchFamily="34" charset="0"/>
                <a:cs typeface="Arial" panose="020B0604020202020204" pitchFamily="34" charset="0"/>
              </a:rPr>
              <a:t>xgboost</a:t>
            </a:r>
            <a:r>
              <a:rPr kumimoji="0" lang="en-US" altLang="en-US" sz="1800" b="0" i="0" u="none" strike="noStrike" cap="none" normalizeH="0" baseline="0" dirty="0">
                <a:solidFill>
                  <a:schemeClr val="tx1"/>
                </a:solidFill>
                <a:latin typeface="Arial" panose="020B0604020202020204" pitchFamily="34" charset="0"/>
                <a:cs typeface="Arial" panose="020B0604020202020204" pitchFamily="34" charset="0"/>
              </a:rPr>
              <a:t>, </a:t>
            </a:r>
            <a:r>
              <a:rPr kumimoji="0" lang="en-US" altLang="en-US" sz="1800" b="0" i="0" u="none" strike="noStrike" cap="none" normalizeH="0" baseline="0" dirty="0" err="1">
                <a:solidFill>
                  <a:schemeClr val="tx1"/>
                </a:solidFill>
                <a:latin typeface="Arial" panose="020B0604020202020204" pitchFamily="34" charset="0"/>
                <a:cs typeface="Arial" panose="020B0604020202020204" pitchFamily="34" charset="0"/>
              </a:rPr>
              <a:t>catboost</a:t>
            </a:r>
            <a:r>
              <a:rPr kumimoji="0" lang="en-US" altLang="en-US" sz="1800" b="0" i="0" u="none" strike="noStrike" cap="none" normalizeH="0" baseline="0" dirty="0">
                <a:solidFill>
                  <a:schemeClr val="tx1"/>
                </a:solidFill>
                <a:latin typeface="Arial" panose="020B0604020202020204" pitchFamily="34" charset="0"/>
                <a:cs typeface="Arial" panose="020B0604020202020204" pitchFamily="34" charset="0"/>
              </a:rPr>
              <a:t>, random forest, and support vector machines based on historical rainfall data. Their research contends that machine learning models can surpass conventional approaches and facilitate effective decision-making in agriculture, water management, and disaster planning.</a:t>
            </a:r>
            <a:br>
              <a:rPr kumimoji="0" lang="en-US" altLang="en-US" sz="1800" b="0" i="0" u="none" strike="noStrike" cap="none" normalizeH="0" baseline="0" dirty="0">
                <a:solidFill>
                  <a:schemeClr val="tx1"/>
                </a:solidFill>
                <a:latin typeface="Arial" panose="020B0604020202020204" pitchFamily="34" charset="0"/>
                <a:cs typeface="Arial" panose="020B0604020202020204" pitchFamily="34" charset="0"/>
              </a:rPr>
            </a:br>
            <a:br>
              <a:rPr kumimoji="0" lang="en-US" altLang="en-US" sz="1800" b="0" i="0" u="none" strike="noStrike" cap="none" normalizeH="0" baseline="0" dirty="0">
                <a:solidFill>
                  <a:schemeClr val="tx1"/>
                </a:solidFill>
                <a:latin typeface="Arial" panose="020B0604020202020204" pitchFamily="34" charset="0"/>
                <a:cs typeface="Arial" panose="020B0604020202020204" pitchFamily="34" charset="0"/>
              </a:rPr>
            </a:br>
            <a:r>
              <a:rPr kumimoji="0" lang="en-US" altLang="en-US" sz="1800" b="0" i="0" u="none" strike="noStrike" cap="none" normalizeH="0" baseline="0" dirty="0">
                <a:solidFill>
                  <a:schemeClr val="tx1"/>
                </a:solidFill>
                <a:latin typeface="Arial" panose="020B0604020202020204" pitchFamily="34" charset="0"/>
                <a:cs typeface="Arial" panose="020B0604020202020204" pitchFamily="34" charset="0"/>
              </a:rPr>
              <a:t>Mohan et al. (2024) examined rainfall utilizing SVM, KNN, naïve bayes, and logistic regression, subsequently enhancing performance by ensemble techniques including voting, stacking, and bagging. Their findings indicated that bagging attained the best accuracy of 99.5%, underscoring the efficacy of ensemble learning in rainfall analysis.</a:t>
            </a:r>
            <a:br>
              <a:rPr kumimoji="0" lang="en-US" altLang="en-US" sz="1800" b="0" i="0" u="none" strike="noStrike" cap="none" normalizeH="0" baseline="0" dirty="0">
                <a:solidFill>
                  <a:schemeClr val="tx1"/>
                </a:solidFill>
                <a:latin typeface="Arial" panose="020B0604020202020204" pitchFamily="34" charset="0"/>
                <a:cs typeface="Arial" panose="020B0604020202020204" pitchFamily="34" charset="0"/>
              </a:rPr>
            </a:br>
            <a:br>
              <a:rPr kumimoji="0" lang="en-US" altLang="en-US" sz="1800" b="0" i="0" u="none" strike="noStrike" cap="none" normalizeH="0" baseline="0" dirty="0">
                <a:solidFill>
                  <a:schemeClr val="tx1"/>
                </a:solidFill>
                <a:latin typeface="Arial" panose="020B0604020202020204" pitchFamily="34" charset="0"/>
                <a:cs typeface="Arial" panose="020B0604020202020204" pitchFamily="34" charset="0"/>
              </a:rPr>
            </a:br>
            <a:r>
              <a:rPr kumimoji="0" lang="en-US" altLang="en-US" sz="1800" b="0" i="0" u="none" strike="noStrike" cap="none" normalizeH="0" baseline="0" dirty="0">
                <a:solidFill>
                  <a:schemeClr val="tx1"/>
                </a:solidFill>
                <a:latin typeface="Arial" panose="020B0604020202020204" pitchFamily="34" charset="0"/>
                <a:cs typeface="Arial" panose="020B0604020202020204" pitchFamily="34" charset="0"/>
              </a:rPr>
              <a:t>These studies indicate that ensemble models and tree-based methods are very proficient in rainfall prediction, whereas meticulous preprocessing, feature selection, and model comparison are crucial for enhancing forecasting precision.</a:t>
            </a:r>
          </a:p>
        </p:txBody>
      </p:sp>
    </p:spTree>
    <p:extLst>
      <p:ext uri="{BB962C8B-B14F-4D97-AF65-F5344CB8AC3E}">
        <p14:creationId xmlns:p14="http://schemas.microsoft.com/office/powerpoint/2010/main" val="308731494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FEB90296-CFE0-401D-9CA3-32966EC4F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8C9B4EE-7611-4ED9-B356-7BDD377C3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A4F266A-F2F7-47CD-8BBC-E3777E982F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0D69C80-8919-4A32-B897-F2A21F9405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427B072-CC5B-481B-9719-8CD4C5444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7E134C76-7FB4-4BB7-9322-DD8A4B179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useBgFill="1">
        <p:nvSpPr>
          <p:cNvPr id="24" name="Snip Single Corner Rectangle 17">
            <a:extLst>
              <a:ext uri="{FF2B5EF4-FFF2-40B4-BE49-F238E27FC236}">
                <a16:creationId xmlns:a16="http://schemas.microsoft.com/office/drawing/2014/main" id="{C0C57804-4F33-4D85-AA3E-DA0F214BB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12188825" cy="6857999"/>
          </a:xfrm>
          <a:prstGeom prst="snip1Rect">
            <a:avLst>
              <a:gd name="adj" fmla="val 50000"/>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7" name="Rectangle 3">
            <a:extLst>
              <a:ext uri="{FF2B5EF4-FFF2-40B4-BE49-F238E27FC236}">
                <a16:creationId xmlns:a16="http://schemas.microsoft.com/office/drawing/2014/main" id="{AD3E0F70-AD1E-6CE4-BE01-1F3898313BAB}"/>
              </a:ext>
            </a:extLst>
          </p:cNvPr>
          <p:cNvSpPr>
            <a:spLocks noGrp="1" noChangeArrowheads="1"/>
          </p:cNvSpPr>
          <p:nvPr>
            <p:ph type="ctrTitle"/>
          </p:nvPr>
        </p:nvSpPr>
        <p:spPr bwMode="auto">
          <a:xfrm>
            <a:off x="704849" y="1924103"/>
            <a:ext cx="9678988" cy="368299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Autofit/>
          </a:bodyPr>
          <a:lstStyle/>
          <a:p>
            <a:pPr marL="0" marR="0" lvl="0" indent="0" fontAlgn="base">
              <a:lnSpc>
                <a:spcPct val="90000"/>
              </a:lnSpc>
              <a:spcAft>
                <a:spcPct val="0"/>
              </a:spcAft>
              <a:buClrTx/>
              <a:buSzTx/>
              <a:tabLst/>
            </a:pP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This research utilizes the </a:t>
            </a:r>
            <a:r>
              <a:rPr kumimoji="0" lang="en-US" altLang="en-US" sz="1800" i="0" u="none" strike="noStrike" cap="none" normalizeH="0" dirty="0" err="1">
                <a:solidFill>
                  <a:schemeClr val="tx1"/>
                </a:solidFill>
                <a:latin typeface="Arial" panose="020B0604020202020204" pitchFamily="34" charset="0"/>
                <a:cs typeface="Arial" panose="020B0604020202020204" pitchFamily="34" charset="0"/>
              </a:rPr>
              <a:t>weather.Aus</a:t>
            </a: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 dataset, sourced from Kaggle</a:t>
            </a:r>
            <a:r>
              <a:rPr lang="en-US" altLang="en-US" sz="1800" cap="none" dirty="0">
                <a:solidFill>
                  <a:schemeClr val="tx1"/>
                </a:solidFill>
                <a:latin typeface="Arial" panose="020B0604020202020204" pitchFamily="34" charset="0"/>
                <a:cs typeface="Arial" panose="020B0604020202020204" pitchFamily="34" charset="0"/>
              </a:rPr>
              <a:t>.</a:t>
            </a: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The collection comprises 145,460 daily weather observations and 23 meteorological variables gathered from various weather stations throughout Australia.</a:t>
            </a: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It encompasses significant meteorological parameters including temperature, precipitation, humidity, wind velocity, air pressure, cloud cover, and solar radiation.</a:t>
            </a: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The goal variable is rain tomorrow, signifying the occurrence of rainfall the following day (yes = 1, no = 0).</a:t>
            </a: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The collection has almost a decade of historical meteorological data, rendering it appropriate for machine learning-driven precipitation forecasting.</a:t>
            </a: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Source: </a:t>
            </a:r>
            <a:r>
              <a:rPr kumimoji="0" lang="en-US" altLang="en-US" sz="1800" i="0" u="none" strike="noStrike" cap="none" normalizeH="0" dirty="0" err="1">
                <a:solidFill>
                  <a:schemeClr val="tx1"/>
                </a:solidFill>
                <a:latin typeface="Arial" panose="020B0604020202020204" pitchFamily="34" charset="0"/>
                <a:cs typeface="Arial" panose="020B0604020202020204" pitchFamily="34" charset="0"/>
              </a:rPr>
              <a:t>kaggle</a:t>
            </a: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https://www.Kaggle.Com/datasets/jsphyg/weather-dataset-rattle-package</a:t>
            </a:r>
          </a:p>
        </p:txBody>
      </p:sp>
      <p:sp>
        <p:nvSpPr>
          <p:cNvPr id="3" name="Subtitle 2">
            <a:extLst>
              <a:ext uri="{FF2B5EF4-FFF2-40B4-BE49-F238E27FC236}">
                <a16:creationId xmlns:a16="http://schemas.microsoft.com/office/drawing/2014/main" id="{C9244D23-D579-469B-4C4C-DCDED83B609A}"/>
              </a:ext>
            </a:extLst>
          </p:cNvPr>
          <p:cNvSpPr>
            <a:spLocks noGrp="1"/>
          </p:cNvSpPr>
          <p:nvPr>
            <p:ph type="subTitle" idx="1"/>
          </p:nvPr>
        </p:nvSpPr>
        <p:spPr>
          <a:xfrm>
            <a:off x="796413" y="721834"/>
            <a:ext cx="6820464" cy="1143002"/>
          </a:xfrm>
        </p:spPr>
        <p:txBody>
          <a:bodyPr vert="horz" lIns="91440" tIns="45720" rIns="91440" bIns="45720" rtlCol="0" anchor="t">
            <a:normAutofit/>
          </a:bodyPr>
          <a:lstStyle/>
          <a:p>
            <a:r>
              <a:rPr lang="en-US" sz="2800" b="1" spc="100" dirty="0">
                <a:solidFill>
                  <a:schemeClr val="tx2">
                    <a:alpha val="80000"/>
                  </a:schemeClr>
                </a:solidFill>
                <a:latin typeface="Arial" panose="020B0604020202020204" pitchFamily="34" charset="0"/>
                <a:cs typeface="Arial" panose="020B0604020202020204" pitchFamily="34" charset="0"/>
              </a:rPr>
              <a:t>DATASET</a:t>
            </a:r>
          </a:p>
        </p:txBody>
      </p:sp>
    </p:spTree>
    <p:extLst>
      <p:ext uri="{BB962C8B-B14F-4D97-AF65-F5344CB8AC3E}">
        <p14:creationId xmlns:p14="http://schemas.microsoft.com/office/powerpoint/2010/main" val="333745827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CC7770B-E4E1-42D6-9437-DAA4A3A9E6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2" name="Straight Connector 11">
              <a:extLst>
                <a:ext uri="{FF2B5EF4-FFF2-40B4-BE49-F238E27FC236}">
                  <a16:creationId xmlns:a16="http://schemas.microsoft.com/office/drawing/2014/main" id="{5A26DE5B-A1A6-4746-8EF7-4D6809ED75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77A3DDA-BF17-4302-867E-EBFD777B0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BE30704-4227-4B7B-BDB8-BFCF39086F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923B1E7-AEA4-42D8-8F4A-9D116F29665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21B6244-6EAE-442C-ACCF-8146103EC1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8" name="Snip Diagonal Corner Rectangle 6">
            <a:extLst>
              <a:ext uri="{FF2B5EF4-FFF2-40B4-BE49-F238E27FC236}">
                <a16:creationId xmlns:a16="http://schemas.microsoft.com/office/drawing/2014/main" id="{AD2D45C7-2E37-44FD-AC77-116CD14B9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25" y="2"/>
            <a:ext cx="12191075" cy="6857998"/>
          </a:xfrm>
          <a:prstGeom prst="rect">
            <a:avLst/>
          </a:prstGeom>
          <a:ln>
            <a:noFill/>
          </a:ln>
        </p:spPr>
        <p:style>
          <a:lnRef idx="2">
            <a:schemeClr val="accent2"/>
          </a:lnRef>
          <a:fillRef idx="1002">
            <a:schemeClr val="dk2"/>
          </a:fillRef>
          <a:effectRef idx="0">
            <a:schemeClr val="accent2"/>
          </a:effectRef>
          <a:fontRef idx="minor">
            <a:schemeClr val="dk1"/>
          </a:fontRef>
        </p:style>
        <p:txBody>
          <a:bodyPr wrap="square" rtlCol="0" anchor="ctr">
            <a:noAutofit/>
          </a:bodyPr>
          <a:lstStyle/>
          <a:p>
            <a:pPr algn="ctr"/>
            <a:endParaRPr lang="en-US"/>
          </a:p>
        </p:txBody>
      </p:sp>
      <p:sp useBgFill="1">
        <p:nvSpPr>
          <p:cNvPr id="20" name="Snip Single Corner Rectangle 17">
            <a:extLst>
              <a:ext uri="{FF2B5EF4-FFF2-40B4-BE49-F238E27FC236}">
                <a16:creationId xmlns:a16="http://schemas.microsoft.com/office/drawing/2014/main" id="{1FF88480-2CF1-4C54-8CE3-2CA9CD9FF8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12188825" cy="6857999"/>
          </a:xfrm>
          <a:prstGeom prst="snip1Rect">
            <a:avLst>
              <a:gd name="adj" fmla="val 50000"/>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1162618-1FAC-EB14-A3ED-86899D7281B7}"/>
              </a:ext>
            </a:extLst>
          </p:cNvPr>
          <p:cNvSpPr>
            <a:spLocks noGrp="1"/>
          </p:cNvSpPr>
          <p:nvPr>
            <p:ph type="ctrTitle"/>
          </p:nvPr>
        </p:nvSpPr>
        <p:spPr>
          <a:xfrm>
            <a:off x="684212" y="137652"/>
            <a:ext cx="8534400" cy="1181559"/>
          </a:xfrm>
        </p:spPr>
        <p:txBody>
          <a:bodyPr vert="horz" lIns="91440" tIns="45720" rIns="91440" bIns="45720" rtlCol="0" anchor="ctr">
            <a:normAutofit/>
          </a:bodyPr>
          <a:lstStyle/>
          <a:p>
            <a:r>
              <a:rPr lang="en-US" sz="2800" b="1" dirty="0">
                <a:latin typeface="Arial" panose="020B0604020202020204" pitchFamily="34" charset="0"/>
                <a:cs typeface="Arial" panose="020B0604020202020204" pitchFamily="34" charset="0"/>
              </a:rPr>
              <a:t>Ethical Considerations</a:t>
            </a:r>
          </a:p>
        </p:txBody>
      </p:sp>
      <p:sp>
        <p:nvSpPr>
          <p:cNvPr id="6" name="Rectangle 1">
            <a:extLst>
              <a:ext uri="{FF2B5EF4-FFF2-40B4-BE49-F238E27FC236}">
                <a16:creationId xmlns:a16="http://schemas.microsoft.com/office/drawing/2014/main" id="{5251BF91-E3B9-ACCC-56E7-66353D527AED}"/>
              </a:ext>
            </a:extLst>
          </p:cNvPr>
          <p:cNvSpPr>
            <a:spLocks noGrp="1" noChangeArrowheads="1"/>
          </p:cNvSpPr>
          <p:nvPr>
            <p:ph type="subTitle" idx="1"/>
          </p:nvPr>
        </p:nvSpPr>
        <p:spPr bwMode="auto">
          <a:xfrm>
            <a:off x="684212" y="1319212"/>
            <a:ext cx="10022370" cy="435422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285750" marR="0" lvl="0" indent="-285750" fontAlgn="base">
              <a:lnSpc>
                <a:spcPct val="90000"/>
              </a:lnSpc>
              <a:buFont typeface="Arial" panose="020B0604020202020204" pitchFamily="34" charset="0"/>
              <a:buChar char="•"/>
              <a:tabLst/>
            </a:pPr>
            <a:r>
              <a:rPr kumimoji="0" lang="en-US" altLang="en-US" sz="1800" b="0" i="0" u="none" strike="noStrike" normalizeH="0" baseline="0" dirty="0">
                <a:ln>
                  <a:noFill/>
                </a:ln>
                <a:solidFill>
                  <a:schemeClr val="tx1"/>
                </a:solidFill>
                <a:latin typeface="Arial" panose="020B0604020202020204" pitchFamily="34" charset="0"/>
                <a:cs typeface="Arial" panose="020B0604020202020204" pitchFamily="34" charset="0"/>
              </a:rPr>
              <a:t>This study utilizes a dataset from Kaggle that is open to the public. It just has weather observations and no personal or sensitive information.</a:t>
            </a:r>
            <a:br>
              <a:rPr kumimoji="0" lang="en-US" altLang="en-US" sz="1800" b="0" i="0" u="none" strike="noStrike" normalizeH="0" baseline="0" dirty="0">
                <a:ln>
                  <a:noFill/>
                </a:ln>
                <a:solidFill>
                  <a:schemeClr val="tx1"/>
                </a:solidFill>
                <a:latin typeface="Arial" panose="020B0604020202020204" pitchFamily="34" charset="0"/>
                <a:cs typeface="Arial" panose="020B0604020202020204" pitchFamily="34" charset="0"/>
              </a:rPr>
            </a:br>
            <a:endParaRPr kumimoji="0" lang="en-US" altLang="en-US" sz="1800" b="0" i="0" u="none" strike="noStrike" normalizeH="0" baseline="0" dirty="0">
              <a:ln>
                <a:noFill/>
              </a:ln>
              <a:solidFill>
                <a:schemeClr val="tx1"/>
              </a:solidFill>
              <a:latin typeface="Arial" panose="020B0604020202020204" pitchFamily="34" charset="0"/>
              <a:cs typeface="Arial" panose="020B0604020202020204" pitchFamily="34" charset="0"/>
            </a:endParaRPr>
          </a:p>
          <a:p>
            <a:pPr marL="285750" marR="0" lvl="0" indent="-285750" fontAlgn="base">
              <a:lnSpc>
                <a:spcPct val="90000"/>
              </a:lnSpc>
              <a:buFont typeface="Arial" panose="020B0604020202020204" pitchFamily="34" charset="0"/>
              <a:buChar char="•"/>
              <a:tabLst/>
            </a:pPr>
            <a:r>
              <a:rPr kumimoji="0" lang="en-US" altLang="en-US" sz="1800" b="0" i="0" u="none" strike="noStrike" normalizeH="0" baseline="0" dirty="0">
                <a:ln>
                  <a:noFill/>
                </a:ln>
                <a:solidFill>
                  <a:schemeClr val="tx1"/>
                </a:solidFill>
                <a:latin typeface="Arial" panose="020B0604020202020204" pitchFamily="34" charset="0"/>
                <a:cs typeface="Arial" panose="020B0604020202020204" pitchFamily="34" charset="0"/>
              </a:rPr>
              <a:t>The data was only utilized for research and academic purposes, as the dataset usage instructions said it should be.</a:t>
            </a:r>
            <a:br>
              <a:rPr kumimoji="0" lang="en-US" altLang="en-US" sz="1800" b="0" i="0" u="none" strike="noStrike" normalizeH="0" baseline="0" dirty="0">
                <a:ln>
                  <a:noFill/>
                </a:ln>
                <a:solidFill>
                  <a:schemeClr val="tx1"/>
                </a:solidFill>
                <a:latin typeface="Arial" panose="020B0604020202020204" pitchFamily="34" charset="0"/>
                <a:cs typeface="Arial" panose="020B0604020202020204" pitchFamily="34" charset="0"/>
              </a:rPr>
            </a:br>
            <a:endParaRPr kumimoji="0" lang="en-US" altLang="en-US" sz="1800" b="0" i="0" u="none" strike="noStrike" normalizeH="0" baseline="0" dirty="0">
              <a:ln>
                <a:noFill/>
              </a:ln>
              <a:solidFill>
                <a:schemeClr val="tx1"/>
              </a:solidFill>
              <a:latin typeface="Arial" panose="020B0604020202020204" pitchFamily="34" charset="0"/>
              <a:cs typeface="Arial" panose="020B0604020202020204" pitchFamily="34" charset="0"/>
            </a:endParaRPr>
          </a:p>
          <a:p>
            <a:pPr marL="285750" marR="0" lvl="0" indent="-285750" fontAlgn="base">
              <a:lnSpc>
                <a:spcPct val="90000"/>
              </a:lnSpc>
              <a:buFont typeface="Arial" panose="020B0604020202020204" pitchFamily="34" charset="0"/>
              <a:buChar char="•"/>
              <a:tabLst/>
            </a:pPr>
            <a:r>
              <a:rPr kumimoji="0" lang="en-US" altLang="en-US" sz="1800" b="0" i="0" u="none" strike="noStrike" normalizeH="0" baseline="0" dirty="0">
                <a:ln>
                  <a:noFill/>
                </a:ln>
                <a:solidFill>
                  <a:schemeClr val="tx1"/>
                </a:solidFill>
                <a:latin typeface="Arial" panose="020B0604020202020204" pitchFamily="34" charset="0"/>
                <a:cs typeface="Arial" panose="020B0604020202020204" pitchFamily="34" charset="0"/>
              </a:rPr>
              <a:t>We used anonymized weather data for all of our analysis, so no one person or group is harmed.</a:t>
            </a:r>
            <a:br>
              <a:rPr kumimoji="0" lang="en-US" altLang="en-US" sz="1800" b="0" i="0" u="none" strike="noStrike" normalizeH="0" baseline="0" dirty="0">
                <a:ln>
                  <a:noFill/>
                </a:ln>
                <a:solidFill>
                  <a:schemeClr val="tx1"/>
                </a:solidFill>
                <a:latin typeface="Arial" panose="020B0604020202020204" pitchFamily="34" charset="0"/>
                <a:cs typeface="Arial" panose="020B0604020202020204" pitchFamily="34" charset="0"/>
              </a:rPr>
            </a:br>
            <a:endParaRPr kumimoji="0" lang="en-US" altLang="en-US" sz="1800" b="0" i="0" u="none" strike="noStrike" normalizeH="0" baseline="0" dirty="0">
              <a:ln>
                <a:noFill/>
              </a:ln>
              <a:solidFill>
                <a:schemeClr val="tx1"/>
              </a:solidFill>
              <a:latin typeface="Arial" panose="020B0604020202020204" pitchFamily="34" charset="0"/>
              <a:cs typeface="Arial" panose="020B0604020202020204" pitchFamily="34" charset="0"/>
            </a:endParaRPr>
          </a:p>
          <a:p>
            <a:pPr marL="285750" marR="0" lvl="0" indent="-285750" fontAlgn="base">
              <a:lnSpc>
                <a:spcPct val="90000"/>
              </a:lnSpc>
              <a:buFont typeface="Arial" panose="020B0604020202020204" pitchFamily="34" charset="0"/>
              <a:buChar char="•"/>
              <a:tabLst/>
            </a:pPr>
            <a:r>
              <a:rPr kumimoji="0" lang="en-US" altLang="en-US" sz="1800" b="0" i="0" u="none" strike="noStrike" normalizeH="0" baseline="0" dirty="0">
                <a:ln>
                  <a:noFill/>
                </a:ln>
                <a:solidFill>
                  <a:schemeClr val="tx1"/>
                </a:solidFill>
                <a:latin typeface="Arial" panose="020B0604020202020204" pitchFamily="34" charset="0"/>
                <a:cs typeface="Arial" panose="020B0604020202020204" pitchFamily="34" charset="0"/>
              </a:rPr>
              <a:t>The models that were created are meant to help in weather prediction and decision-making, not to take the place of official weather forecasting systems.</a:t>
            </a:r>
            <a:br>
              <a:rPr kumimoji="0" lang="en-US" altLang="en-US" sz="1800" b="0" i="0" u="none" strike="noStrike" normalizeH="0" baseline="0" dirty="0">
                <a:ln>
                  <a:noFill/>
                </a:ln>
                <a:solidFill>
                  <a:schemeClr val="tx1"/>
                </a:solidFill>
                <a:latin typeface="Arial" panose="020B0604020202020204" pitchFamily="34" charset="0"/>
                <a:cs typeface="Arial" panose="020B0604020202020204" pitchFamily="34" charset="0"/>
              </a:rPr>
            </a:br>
            <a:endParaRPr kumimoji="0" lang="en-US" altLang="en-US" sz="1800" b="0" i="0" u="none" strike="noStrike" normalizeH="0" baseline="0" dirty="0">
              <a:ln>
                <a:noFill/>
              </a:ln>
              <a:solidFill>
                <a:schemeClr val="tx1"/>
              </a:solidFill>
              <a:latin typeface="Arial" panose="020B0604020202020204" pitchFamily="34" charset="0"/>
              <a:cs typeface="Arial" panose="020B0604020202020204" pitchFamily="34" charset="0"/>
            </a:endParaRPr>
          </a:p>
          <a:p>
            <a:pPr marL="285750" marR="0" lvl="0" indent="-285750" fontAlgn="base">
              <a:lnSpc>
                <a:spcPct val="90000"/>
              </a:lnSpc>
              <a:buFont typeface="Arial" panose="020B0604020202020204" pitchFamily="34" charset="0"/>
              <a:buChar char="•"/>
              <a:tabLst/>
            </a:pPr>
            <a:r>
              <a:rPr kumimoji="0" lang="en-US" altLang="en-US" sz="1800" b="0" i="0" u="none" strike="noStrike" normalizeH="0" baseline="0" dirty="0">
                <a:ln>
                  <a:noFill/>
                </a:ln>
                <a:solidFill>
                  <a:schemeClr val="tx1"/>
                </a:solidFill>
                <a:latin typeface="Arial" panose="020B0604020202020204" pitchFamily="34" charset="0"/>
                <a:cs typeface="Arial" panose="020B0604020202020204" pitchFamily="34" charset="0"/>
              </a:rPr>
              <a:t>During data preprocessing, analysis, and model construction, ethical ways of handling data were used.</a:t>
            </a:r>
          </a:p>
        </p:txBody>
      </p:sp>
    </p:spTree>
    <p:extLst>
      <p:ext uri="{BB962C8B-B14F-4D97-AF65-F5344CB8AC3E}">
        <p14:creationId xmlns:p14="http://schemas.microsoft.com/office/powerpoint/2010/main" val="3880696942"/>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EB90296-CFE0-401D-9CA3-32966EC4F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08C9B4EE-7611-4ED9-B356-7BDD377C3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A4F266A-F2F7-47CD-8BBC-E3777E982F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0D69C80-8919-4A32-B897-F2A21F9405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427B072-CC5B-481B-9719-8CD4C5444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7E134C76-7FB4-4BB7-9322-DD8A4B179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useBgFill="1">
        <p:nvSpPr>
          <p:cNvPr id="22" name="Snip Single Corner Rectangle 17">
            <a:extLst>
              <a:ext uri="{FF2B5EF4-FFF2-40B4-BE49-F238E27FC236}">
                <a16:creationId xmlns:a16="http://schemas.microsoft.com/office/drawing/2014/main" id="{C0C57804-4F33-4D85-AA3E-DA0F214BB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12188825" cy="6857999"/>
          </a:xfrm>
          <a:prstGeom prst="snip1Rect">
            <a:avLst>
              <a:gd name="adj" fmla="val 50000"/>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5" name="Rectangle 1">
            <a:extLst>
              <a:ext uri="{FF2B5EF4-FFF2-40B4-BE49-F238E27FC236}">
                <a16:creationId xmlns:a16="http://schemas.microsoft.com/office/drawing/2014/main" id="{24587F64-4584-C209-7DB3-4A63C6184523}"/>
              </a:ext>
            </a:extLst>
          </p:cNvPr>
          <p:cNvSpPr>
            <a:spLocks noGrp="1" noChangeArrowheads="1"/>
          </p:cNvSpPr>
          <p:nvPr>
            <p:ph type="ctrTitle"/>
          </p:nvPr>
        </p:nvSpPr>
        <p:spPr bwMode="auto">
          <a:xfrm>
            <a:off x="684212" y="383458"/>
            <a:ext cx="9678988" cy="61697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Autofit/>
          </a:bodyPr>
          <a:lstStyle/>
          <a:p>
            <a:pPr marL="0" marR="0" lvl="0" indent="0" fontAlgn="base">
              <a:lnSpc>
                <a:spcPct val="90000"/>
              </a:lnSpc>
              <a:spcAft>
                <a:spcPct val="0"/>
              </a:spcAft>
              <a:buClrTx/>
              <a:buSzTx/>
              <a:tabLst/>
            </a:pPr>
            <a:r>
              <a:rPr kumimoji="0" lang="en-US" altLang="en-US" sz="2800" b="1" i="0" u="none" strike="noStrike" cap="none" normalizeH="0" dirty="0">
                <a:latin typeface="Arial" panose="020B0604020202020204" pitchFamily="34" charset="0"/>
                <a:cs typeface="Arial" panose="020B0604020202020204" pitchFamily="34" charset="0"/>
              </a:rPr>
              <a:t>Data preparation</a:t>
            </a:r>
            <a:br>
              <a:rPr kumimoji="0" lang="en-US" altLang="en-US" sz="1800" b="1" i="0" u="none" strike="noStrike" cap="none" normalizeH="0" dirty="0">
                <a:solidFill>
                  <a:schemeClr val="accent1"/>
                </a:solidFill>
                <a:latin typeface="Arial" panose="020B0604020202020204" pitchFamily="34" charset="0"/>
                <a:cs typeface="Arial" panose="020B0604020202020204" pitchFamily="34" charset="0"/>
              </a:rPr>
            </a:br>
            <a:br>
              <a:rPr kumimoji="0" lang="en-US" altLang="en-US" sz="1800" b="1" i="0" u="none" strike="noStrike" cap="none" normalizeH="0" dirty="0">
                <a:solidFill>
                  <a:schemeClr val="accent1"/>
                </a:solidFill>
                <a:latin typeface="Arial" panose="020B0604020202020204" pitchFamily="34" charset="0"/>
                <a:cs typeface="Arial" panose="020B0604020202020204" pitchFamily="34" charset="0"/>
              </a:rPr>
            </a:br>
            <a:r>
              <a:rPr lang="en-US" altLang="en-US" sz="1800" cap="none" dirty="0">
                <a:solidFill>
                  <a:schemeClr val="tx1"/>
                </a:solidFill>
                <a:latin typeface="Arial" panose="020B0604020202020204" pitchFamily="34" charset="0"/>
                <a:cs typeface="Arial" panose="020B0604020202020204" pitchFamily="34" charset="0"/>
              </a:rPr>
              <a:t>T</a:t>
            </a: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he dataset was initially analyzed to comprehend its structure, data kinds, and absent values.</a:t>
            </a: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Numerous meteorological variables exhibited absent values, especially in attributes such as sunshine, evaporation, cloud9am, and cloud3pm.</a:t>
            </a: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Missing values in numerical data were imputed using the median, whilst categorical variables were imputed with the mode.</a:t>
            </a: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The date column was transformed into datetime format, and supplementary features including year, month, and dayofweek were generated to identify temporal patterns.</a:t>
            </a: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Categorical variables such as location, </a:t>
            </a:r>
            <a:r>
              <a:rPr kumimoji="0" lang="en-US" altLang="en-US" sz="1800" i="0" u="none" strike="noStrike" cap="none" normalizeH="0" dirty="0" err="1">
                <a:solidFill>
                  <a:schemeClr val="tx1"/>
                </a:solidFill>
                <a:latin typeface="Arial" panose="020B0604020202020204" pitchFamily="34" charset="0"/>
                <a:cs typeface="Arial" panose="020B0604020202020204" pitchFamily="34" charset="0"/>
              </a:rPr>
              <a:t>windgustdir</a:t>
            </a: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 winddir9am, and winddir3pm were transformed into numerical values by label encoding.</a:t>
            </a: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The goal variable rain tomorrow was transformed into a binary format (yes = 1, no = 0) for classification purposes.</a:t>
            </a: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The dataset was subsequently standardized using </a:t>
            </a:r>
            <a:r>
              <a:rPr kumimoji="0" lang="en-US" altLang="en-US" sz="1800" i="0" u="none" strike="noStrike" cap="none" normalizeH="0" dirty="0" err="1">
                <a:solidFill>
                  <a:schemeClr val="tx1"/>
                </a:solidFill>
                <a:latin typeface="Arial" panose="020B0604020202020204" pitchFamily="34" charset="0"/>
                <a:cs typeface="Arial" panose="020B0604020202020204" pitchFamily="34" charset="0"/>
              </a:rPr>
              <a:t>standardscaler</a:t>
            </a: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 and the data was partitioned into training and testing sets for model building.</a:t>
            </a: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The SMOTE approach was utilized on the training data to rectify class imbalance between rain and no-rain observations.</a:t>
            </a:r>
          </a:p>
        </p:txBody>
      </p:sp>
    </p:spTree>
    <p:extLst>
      <p:ext uri="{BB962C8B-B14F-4D97-AF65-F5344CB8AC3E}">
        <p14:creationId xmlns:p14="http://schemas.microsoft.com/office/powerpoint/2010/main" val="397916560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B120A644-70BC-7953-34BA-F67CABD99CB5}"/>
              </a:ext>
            </a:extLst>
          </p:cNvPr>
          <p:cNvSpPr>
            <a:spLocks noGrp="1" noChangeArrowheads="1"/>
          </p:cNvSpPr>
          <p:nvPr>
            <p:ph type="ctrTitle"/>
          </p:nvPr>
        </p:nvSpPr>
        <p:spPr bwMode="auto">
          <a:xfrm>
            <a:off x="457200" y="222598"/>
            <a:ext cx="679704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GB" sz="4000" b="1"/>
              <a:t>Exploratory Data Analysis (EDA)</a:t>
            </a:r>
            <a:br>
              <a:rPr kumimoji="0" lang="en-US" altLang="en-US" sz="1800" b="0" i="0" u="none" strike="noStrike" cap="none" normalizeH="0" baseline="0">
                <a:ln>
                  <a:noFill/>
                </a:ln>
                <a:solidFill>
                  <a:schemeClr val="tx1"/>
                </a:solidFill>
                <a:effectLst/>
                <a:latin typeface="Arial" panose="020B0604020202020204" pitchFamily="34" charset="0"/>
              </a:rPr>
            </a:b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400" b="0" i="0" u="none" strike="noStrike" cap="none" normalizeH="0" baseline="0">
                <a:ln>
                  <a:noFill/>
                </a:ln>
                <a:solidFill>
                  <a:schemeClr val="tx1"/>
                </a:solidFill>
                <a:effectLst/>
                <a:latin typeface="Arial" panose="020B0604020202020204" pitchFamily="34" charset="0"/>
              </a:rPr>
              <a:t>The RainTomorrow distribution map indicates an imbalanced dataset, featuring a markedly higher frequency of No-rain occurrences (0) compared to Rain cases (1). This signifies the necessity for strategies like SMOTE to equilibrate the classes during model training.</a:t>
            </a:r>
            <a:br>
              <a:rPr kumimoji="0" lang="en-US" altLang="en-US" sz="1400" b="0" i="0" u="none" strike="noStrike" cap="none" normalizeH="0" baseline="0">
                <a:ln>
                  <a:noFill/>
                </a:ln>
                <a:solidFill>
                  <a:schemeClr val="tx1"/>
                </a:solidFill>
                <a:effectLst/>
                <a:latin typeface="Arial" panose="020B0604020202020204" pitchFamily="34" charset="0"/>
              </a:rPr>
            </a:br>
            <a:br>
              <a:rPr kumimoji="0" lang="en-US" altLang="en-US" sz="1400" b="0" i="0" u="none" strike="noStrike" cap="none" normalizeH="0" baseline="0">
                <a:ln>
                  <a:noFill/>
                </a:ln>
                <a:solidFill>
                  <a:schemeClr val="tx1"/>
                </a:solidFill>
                <a:effectLst/>
                <a:latin typeface="Arial" panose="020B0604020202020204" pitchFamily="34" charset="0"/>
              </a:rPr>
            </a:br>
            <a:r>
              <a:rPr kumimoji="0" lang="en-US" altLang="en-US" sz="1400" b="0" i="0" u="none" strike="noStrike" cap="none" normalizeH="0" baseline="0">
                <a:ln>
                  <a:noFill/>
                </a:ln>
                <a:solidFill>
                  <a:schemeClr val="tx1"/>
                </a:solidFill>
                <a:effectLst/>
                <a:latin typeface="Arial" panose="020B0604020202020204" pitchFamily="34" charset="0"/>
              </a:rPr>
              <a:t>The correlation heatmap emphasizes the most significant meteorological variables associated with rainfall forecasting. Variables including Humidity3pm, RainToday, Cloud3pm, Humidity9am, and Rainfall have more robust positive correlations with RainTomorrow.</a:t>
            </a:r>
            <a:br>
              <a:rPr kumimoji="0" lang="en-US" altLang="en-US" sz="1400" b="0" i="0" u="none" strike="noStrike" cap="none" normalizeH="0" baseline="0">
                <a:ln>
                  <a:noFill/>
                </a:ln>
                <a:solidFill>
                  <a:schemeClr val="tx1"/>
                </a:solidFill>
                <a:effectLst/>
                <a:latin typeface="Arial" panose="020B0604020202020204" pitchFamily="34" charset="0"/>
              </a:rPr>
            </a:br>
            <a:br>
              <a:rPr kumimoji="0" lang="en-US" altLang="en-US" sz="1400" b="0" i="0" u="none" strike="noStrike" cap="none" normalizeH="0" baseline="0">
                <a:ln>
                  <a:noFill/>
                </a:ln>
                <a:solidFill>
                  <a:schemeClr val="tx1"/>
                </a:solidFill>
                <a:effectLst/>
                <a:latin typeface="Arial" panose="020B0604020202020204" pitchFamily="34" charset="0"/>
              </a:rPr>
            </a:br>
            <a:r>
              <a:rPr kumimoji="0" lang="en-US" altLang="en-US" sz="1400" b="0" i="0" u="none" strike="noStrike" cap="none" normalizeH="0" baseline="0">
                <a:ln>
                  <a:noFill/>
                </a:ln>
                <a:solidFill>
                  <a:schemeClr val="tx1"/>
                </a:solidFill>
                <a:effectLst/>
                <a:latin typeface="Arial" panose="020B0604020202020204" pitchFamily="34" charset="0"/>
              </a:rPr>
              <a:t>The humidity distribution at 3 PM indicates that the majority of humidity values fall between 40% and 70%, implying that elevated humidity levels may enhance the likelihood of precipitation.</a:t>
            </a:r>
            <a:br>
              <a:rPr kumimoji="0" lang="en-US" altLang="en-US" sz="1400" b="0" i="0" u="none" strike="noStrike" cap="none" normalizeH="0" baseline="0">
                <a:ln>
                  <a:noFill/>
                </a:ln>
                <a:solidFill>
                  <a:schemeClr val="tx1"/>
                </a:solidFill>
                <a:effectLst/>
                <a:latin typeface="Arial" panose="020B0604020202020204" pitchFamily="34" charset="0"/>
              </a:rPr>
            </a:br>
            <a:br>
              <a:rPr kumimoji="0" lang="en-US" altLang="en-US" sz="1400" b="0" i="0" u="none" strike="noStrike" cap="none" normalizeH="0" baseline="0">
                <a:ln>
                  <a:noFill/>
                </a:ln>
                <a:solidFill>
                  <a:schemeClr val="tx1"/>
                </a:solidFill>
                <a:effectLst/>
                <a:latin typeface="Arial" panose="020B0604020202020204" pitchFamily="34" charset="0"/>
              </a:rPr>
            </a:br>
            <a:r>
              <a:rPr kumimoji="0" lang="en-US" altLang="en-US" sz="1400" b="0" i="0" u="none" strike="noStrike" cap="none" normalizeH="0" baseline="0">
                <a:ln>
                  <a:noFill/>
                </a:ln>
                <a:solidFill>
                  <a:schemeClr val="tx1"/>
                </a:solidFill>
                <a:effectLst/>
                <a:latin typeface="Arial" panose="020B0604020202020204" pitchFamily="34" charset="0"/>
              </a:rPr>
              <a:t>The log-scaled rainfall boxplot indicates the existence of outliers, signifying extreme rainfall occurrences within the dataset. Logarithmic transformation enhances the clarity of these variations.</a:t>
            </a:r>
            <a:br>
              <a:rPr kumimoji="0" lang="en-US" altLang="en-US" sz="1400" b="0" i="0" u="none" strike="noStrike" cap="none" normalizeH="0" baseline="0">
                <a:ln>
                  <a:noFill/>
                </a:ln>
                <a:solidFill>
                  <a:schemeClr val="tx1"/>
                </a:solidFill>
                <a:effectLst/>
                <a:latin typeface="Arial" panose="020B0604020202020204" pitchFamily="34" charset="0"/>
              </a:rPr>
            </a:br>
            <a:br>
              <a:rPr kumimoji="0" lang="en-US" altLang="en-US" sz="1400" b="0" i="0" u="none" strike="noStrike" cap="none" normalizeH="0" baseline="0">
                <a:ln>
                  <a:noFill/>
                </a:ln>
                <a:solidFill>
                  <a:schemeClr val="tx1"/>
                </a:solidFill>
                <a:effectLst/>
                <a:latin typeface="Arial" panose="020B0604020202020204" pitchFamily="34" charset="0"/>
              </a:rPr>
            </a:br>
            <a:r>
              <a:rPr kumimoji="0" lang="en-US" altLang="en-US" sz="1400" b="0" i="0" u="none" strike="noStrike" cap="none" normalizeH="0" baseline="0">
                <a:ln>
                  <a:noFill/>
                </a:ln>
                <a:solidFill>
                  <a:schemeClr val="tx1"/>
                </a:solidFill>
                <a:effectLst/>
                <a:latin typeface="Arial" panose="020B0604020202020204" pitchFamily="34" charset="0"/>
              </a:rPr>
              <a:t>The exploratory study indicates that humidity, cloud cover, prior precipitation, and air pressure are significant factors for rainfall forecasting.</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9219" name="Picture 3" descr="No description has been provided for this image">
            <a:extLst>
              <a:ext uri="{FF2B5EF4-FFF2-40B4-BE49-F238E27FC236}">
                <a16:creationId xmlns:a16="http://schemas.microsoft.com/office/drawing/2014/main" id="{F6AE8B6F-B53C-4CB6-9E24-47B403D5E1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0920" y="330320"/>
            <a:ext cx="4526280" cy="2885320"/>
          </a:xfrm>
          <a:prstGeom prst="rect">
            <a:avLst/>
          </a:prstGeom>
          <a:noFill/>
          <a:extLst>
            <a:ext uri="{909E8E84-426E-40DD-AFC4-6F175D3DCCD1}">
              <a14:hiddenFill xmlns:a14="http://schemas.microsoft.com/office/drawing/2010/main">
                <a:solidFill>
                  <a:srgbClr val="FFFFFF"/>
                </a:solidFill>
              </a14:hiddenFill>
            </a:ext>
          </a:extLst>
        </p:spPr>
      </p:pic>
      <p:pic>
        <p:nvPicPr>
          <p:cNvPr id="9221" name="Picture 5" descr="No description has been provided for this image">
            <a:extLst>
              <a:ext uri="{FF2B5EF4-FFF2-40B4-BE49-F238E27FC236}">
                <a16:creationId xmlns:a16="http://schemas.microsoft.com/office/drawing/2014/main" id="{3574B611-DD80-B4E6-3B59-1E1F4A1DE5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4240" y="3429000"/>
            <a:ext cx="4526280" cy="2885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85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EB90296-CFE0-401D-9CA3-32966EC4F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08C9B4EE-7611-4ED9-B356-7BDD377C3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A4F266A-F2F7-47CD-8BBC-E3777E982F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0D69C80-8919-4A32-B897-F2A21F9405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427B072-CC5B-481B-9719-8CD4C5444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7E134C76-7FB4-4BB7-9322-DD8A4B179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useBgFill="1">
        <p:nvSpPr>
          <p:cNvPr id="22" name="Snip Single Corner Rectangle 17">
            <a:extLst>
              <a:ext uri="{FF2B5EF4-FFF2-40B4-BE49-F238E27FC236}">
                <a16:creationId xmlns:a16="http://schemas.microsoft.com/office/drawing/2014/main" id="{C0C57804-4F33-4D85-AA3E-DA0F214BB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12188825" cy="6857999"/>
          </a:xfrm>
          <a:prstGeom prst="snip1Rect">
            <a:avLst>
              <a:gd name="adj" fmla="val 50000"/>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5" name="Rectangle 1">
            <a:extLst>
              <a:ext uri="{FF2B5EF4-FFF2-40B4-BE49-F238E27FC236}">
                <a16:creationId xmlns:a16="http://schemas.microsoft.com/office/drawing/2014/main" id="{6DA7711B-1233-98A1-F20F-9570F575C741}"/>
              </a:ext>
            </a:extLst>
          </p:cNvPr>
          <p:cNvSpPr>
            <a:spLocks noGrp="1" noChangeArrowheads="1"/>
          </p:cNvSpPr>
          <p:nvPr>
            <p:ph type="ctrTitle"/>
          </p:nvPr>
        </p:nvSpPr>
        <p:spPr bwMode="auto">
          <a:xfrm>
            <a:off x="684212" y="685799"/>
            <a:ext cx="9678988" cy="47514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Autofit/>
          </a:bodyPr>
          <a:lstStyle/>
          <a:p>
            <a:pPr marL="0" marR="0" lvl="0" indent="0" fontAlgn="base">
              <a:lnSpc>
                <a:spcPct val="90000"/>
              </a:lnSpc>
              <a:spcAft>
                <a:spcPct val="0"/>
              </a:spcAft>
              <a:buClrTx/>
              <a:buSzTx/>
              <a:tabLst/>
            </a:pPr>
            <a:br>
              <a:rPr kumimoji="0" lang="en-US" altLang="en-US" sz="1800" b="1" i="0" u="none" strike="noStrike" cap="none" normalizeH="0" dirty="0">
                <a:solidFill>
                  <a:schemeClr val="tx1"/>
                </a:solidFill>
                <a:latin typeface="Arial" panose="020B0604020202020204" pitchFamily="34" charset="0"/>
                <a:cs typeface="Arial" panose="020B0604020202020204" pitchFamily="34" charset="0"/>
              </a:rPr>
            </a:br>
            <a:r>
              <a:rPr lang="en-US" altLang="en-US" sz="2800" b="1" cap="none" dirty="0">
                <a:latin typeface="Arial" panose="020B0604020202020204" pitchFamily="34" charset="0"/>
                <a:cs typeface="Arial" panose="020B0604020202020204" pitchFamily="34" charset="0"/>
              </a:rPr>
              <a:t>Models used</a:t>
            </a:r>
            <a:r>
              <a:rPr kumimoji="0" lang="en-US" altLang="en-US" sz="2800" b="1" i="0" u="none" strike="noStrike" cap="none" normalizeH="0" dirty="0">
                <a:latin typeface="Arial" panose="020B0604020202020204" pitchFamily="34" charset="0"/>
                <a:cs typeface="Arial" panose="020B0604020202020204" pitchFamily="34" charset="0"/>
              </a:rPr>
              <a:t>:</a:t>
            </a:r>
            <a:br>
              <a:rPr kumimoji="0" lang="en-US" altLang="en-US" sz="2800" b="1" i="0" u="none" strike="noStrike" cap="none" normalizeH="0" dirty="0">
                <a:latin typeface="Arial" panose="020B0604020202020204" pitchFamily="34" charset="0"/>
                <a:cs typeface="Arial" panose="020B0604020202020204" pitchFamily="34" charset="0"/>
              </a:rPr>
            </a:br>
            <a:br>
              <a:rPr kumimoji="0" lang="en-US" altLang="en-US" sz="1800" b="1" i="0" u="none" strike="noStrike" cap="none" normalizeH="0" dirty="0">
                <a:solidFill>
                  <a:schemeClr val="tx1"/>
                </a:solidFill>
                <a:latin typeface="Arial" panose="020B0604020202020204" pitchFamily="34" charset="0"/>
                <a:cs typeface="Arial" panose="020B0604020202020204" pitchFamily="34" charset="0"/>
              </a:rPr>
            </a:br>
            <a:r>
              <a:rPr lang="en-US" altLang="en-US" sz="1800" b="1" cap="none" dirty="0">
                <a:solidFill>
                  <a:schemeClr val="tx1"/>
                </a:solidFill>
                <a:latin typeface="Arial" panose="020B0604020202020204" pitchFamily="34" charset="0"/>
                <a:cs typeface="Arial" panose="020B0604020202020204" pitchFamily="34" charset="0"/>
              </a:rPr>
              <a:t>A</a:t>
            </a: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fter preprocessing and exploratory analysis, various machine learning models were trained to forecast rain for the following day.</a:t>
            </a: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Random forest is an ensemble learning system that combines numerous decision trees to increase prediction accuracy while minimizing overfitting.</a:t>
            </a: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i="0" u="none" strike="noStrike" cap="none" normalizeH="0" dirty="0" err="1">
                <a:solidFill>
                  <a:schemeClr val="tx1"/>
                </a:solidFill>
                <a:latin typeface="Arial" panose="020B0604020202020204" pitchFamily="34" charset="0"/>
                <a:cs typeface="Arial" panose="020B0604020202020204" pitchFamily="34" charset="0"/>
              </a:rPr>
              <a:t>Xgboost</a:t>
            </a: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 is a gradient boosting technique that generates sequential decision trees and is commonly used for high-performance classification problems.</a:t>
            </a: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The artificial neural network (ANN) is a deep learning model that can capture complex nonlinear correlations between meteorological variables.</a:t>
            </a: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b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br>
            <a:r>
              <a:rPr kumimoji="0" lang="en-US" altLang="en-US" sz="1800" i="0" u="none" strike="noStrike" cap="none" normalizeH="0" dirty="0">
                <a:solidFill>
                  <a:schemeClr val="tx1"/>
                </a:solidFill>
                <a:latin typeface="Arial" panose="020B0604020202020204" pitchFamily="34" charset="0"/>
                <a:cs typeface="Arial" panose="020B0604020202020204" pitchFamily="34" charset="0"/>
              </a:rPr>
              <a:t>These models were trained on the processed weather dataset, and their performance was measured using classification metrics such as accuracy, precision, recall, and f1-score to determine the best model for rainfall prediction.</a:t>
            </a:r>
          </a:p>
        </p:txBody>
      </p:sp>
    </p:spTree>
    <p:extLst>
      <p:ext uri="{BB962C8B-B14F-4D97-AF65-F5344CB8AC3E}">
        <p14:creationId xmlns:p14="http://schemas.microsoft.com/office/powerpoint/2010/main" val="2828178835"/>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82000">
              <a:srgbClr val="00B0F0"/>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3" name="Content Placeholder 4">
            <a:extLst>
              <a:ext uri="{FF2B5EF4-FFF2-40B4-BE49-F238E27FC236}">
                <a16:creationId xmlns:a16="http://schemas.microsoft.com/office/drawing/2014/main" id="{68691BE3-C10D-CCF8-D686-1D88A95CB622}"/>
              </a:ext>
            </a:extLst>
          </p:cNvPr>
          <p:cNvSpPr>
            <a:spLocks noGrp="1"/>
          </p:cNvSpPr>
          <p:nvPr>
            <p:ph type="ctrTitle"/>
            <p:custDataLst>
              <p:tags r:id="rId1"/>
            </p:custDataLst>
          </p:nvPr>
        </p:nvSpPr>
        <p:spPr>
          <a:xfrm>
            <a:off x="430213" y="1376515"/>
            <a:ext cx="6383542" cy="4899593"/>
          </a:xfrm>
        </p:spPr>
        <p:txBody>
          <a:bodyPr>
            <a:noAutofit/>
          </a:bodyPr>
          <a:lstStyle/>
          <a:p>
            <a:r>
              <a:rPr lang="en-US" altLang="en-US" sz="1800" cap="none" dirty="0">
                <a:solidFill>
                  <a:schemeClr val="tx1"/>
                </a:solidFill>
                <a:latin typeface="Arial" panose="020B0604020202020204" pitchFamily="34" charset="0"/>
                <a:cs typeface="Arial" panose="020B0604020202020204" pitchFamily="34" charset="0"/>
              </a:rPr>
              <a:t>1. How to evaluate</a:t>
            </a:r>
            <a:r>
              <a:rPr lang="en-IN" altLang="en-US" sz="1800" cap="none" dirty="0">
                <a:solidFill>
                  <a:schemeClr val="tx1"/>
                </a:solidFill>
                <a:latin typeface="Arial" panose="020B0604020202020204" pitchFamily="34" charset="0"/>
                <a:cs typeface="Arial" panose="020B0604020202020204" pitchFamily="34" charset="0"/>
              </a:rPr>
              <a:t>: I </a:t>
            </a:r>
            <a:r>
              <a:rPr lang="en-US" altLang="en-US" sz="1800" cap="none" dirty="0">
                <a:solidFill>
                  <a:schemeClr val="tx1"/>
                </a:solidFill>
                <a:latin typeface="Arial" panose="020B0604020202020204" pitchFamily="34" charset="0"/>
                <a:cs typeface="Arial" panose="020B0604020202020204" pitchFamily="34" charset="0"/>
              </a:rPr>
              <a:t>used accuracy, f1-score, and confusion matrix to check how well the machine learning models worked. These are all good ways to check how well a model does at classification.</a:t>
            </a:r>
            <a:br>
              <a:rPr lang="en-US" altLang="en-US" sz="1800" cap="none" dirty="0">
                <a:solidFill>
                  <a:schemeClr val="tx1"/>
                </a:solidFill>
                <a:latin typeface="Arial" panose="020B0604020202020204" pitchFamily="34" charset="0"/>
                <a:cs typeface="Arial" panose="020B0604020202020204" pitchFamily="34" charset="0"/>
              </a:rPr>
            </a:br>
            <a:br>
              <a:rPr lang="en-US" altLang="en-US" sz="1800" cap="none" dirty="0">
                <a:solidFill>
                  <a:schemeClr val="tx1"/>
                </a:solidFill>
                <a:latin typeface="Arial" panose="020B0604020202020204" pitchFamily="34" charset="0"/>
                <a:cs typeface="Arial" panose="020B0604020202020204" pitchFamily="34" charset="0"/>
              </a:rPr>
            </a:br>
            <a:r>
              <a:rPr lang="en-US" altLang="en-US" sz="1800" cap="none" dirty="0">
                <a:solidFill>
                  <a:schemeClr val="tx1"/>
                </a:solidFill>
                <a:latin typeface="Arial" panose="020B0604020202020204" pitchFamily="34" charset="0"/>
                <a:cs typeface="Arial" panose="020B0604020202020204" pitchFamily="34" charset="0"/>
              </a:rPr>
              <a:t>2. Comparing different machine learning models</a:t>
            </a:r>
            <a:r>
              <a:rPr lang="en-IN" altLang="en-US" sz="1800" cap="none" dirty="0">
                <a:solidFill>
                  <a:schemeClr val="tx1"/>
                </a:solidFill>
                <a:latin typeface="Arial" panose="020B0604020202020204" pitchFamily="34" charset="0"/>
                <a:cs typeface="Arial" panose="020B0604020202020204" pitchFamily="34" charset="0"/>
              </a:rPr>
              <a:t>: </a:t>
            </a:r>
            <a:r>
              <a:rPr lang="en-US" altLang="en-US" sz="1800" cap="none" dirty="0">
                <a:solidFill>
                  <a:schemeClr val="tx1"/>
                </a:solidFill>
                <a:latin typeface="Arial" panose="020B0604020202020204" pitchFamily="34" charset="0"/>
                <a:cs typeface="Arial" panose="020B0604020202020204" pitchFamily="34" charset="0"/>
              </a:rPr>
              <a:t>we used three models: random forest, </a:t>
            </a:r>
            <a:r>
              <a:rPr lang="en-US" altLang="en-US" sz="1800" cap="none" dirty="0" err="1">
                <a:solidFill>
                  <a:schemeClr val="tx1"/>
                </a:solidFill>
                <a:latin typeface="Arial" panose="020B0604020202020204" pitchFamily="34" charset="0"/>
                <a:cs typeface="Arial" panose="020B0604020202020204" pitchFamily="34" charset="0"/>
              </a:rPr>
              <a:t>xgboost</a:t>
            </a:r>
            <a:r>
              <a:rPr lang="en-US" altLang="en-US" sz="1800" cap="none" dirty="0">
                <a:solidFill>
                  <a:schemeClr val="tx1"/>
                </a:solidFill>
                <a:latin typeface="Arial" panose="020B0604020202020204" pitchFamily="34" charset="0"/>
                <a:cs typeface="Arial" panose="020B0604020202020204" pitchFamily="34" charset="0"/>
              </a:rPr>
              <a:t> and artificial neural networks(ANN). To make sure that the evaluation was fair, each model was trained on the same set of preprocessing steps and a balanced dataset.</a:t>
            </a:r>
            <a:br>
              <a:rPr lang="en-US" altLang="en-US" sz="1800" cap="none" dirty="0">
                <a:solidFill>
                  <a:schemeClr val="tx1"/>
                </a:solidFill>
                <a:latin typeface="Arial" panose="020B0604020202020204" pitchFamily="34" charset="0"/>
                <a:cs typeface="Arial" panose="020B0604020202020204" pitchFamily="34" charset="0"/>
              </a:rPr>
            </a:br>
            <a:br>
              <a:rPr lang="en-US" altLang="en-US" sz="1800" cap="none" dirty="0">
                <a:solidFill>
                  <a:schemeClr val="tx1"/>
                </a:solidFill>
                <a:latin typeface="Arial" panose="020B0604020202020204" pitchFamily="34" charset="0"/>
                <a:cs typeface="Arial" panose="020B0604020202020204" pitchFamily="34" charset="0"/>
              </a:rPr>
            </a:br>
            <a:r>
              <a:rPr lang="en-US" altLang="en-US" sz="1800" cap="none" dirty="0">
                <a:solidFill>
                  <a:schemeClr val="tx1"/>
                </a:solidFill>
                <a:latin typeface="Arial" panose="020B0604020202020204" pitchFamily="34" charset="0"/>
                <a:cs typeface="Arial" panose="020B0604020202020204" pitchFamily="34" charset="0"/>
              </a:rPr>
              <a:t>3. The best model performance</a:t>
            </a:r>
            <a:r>
              <a:rPr lang="en-IN" altLang="en-US" sz="1800" cap="none" dirty="0">
                <a:solidFill>
                  <a:schemeClr val="tx1"/>
                </a:solidFill>
                <a:latin typeface="Arial" panose="020B0604020202020204" pitchFamily="34" charset="0"/>
                <a:cs typeface="Arial" panose="020B0604020202020204" pitchFamily="34" charset="0"/>
              </a:rPr>
              <a:t>: </a:t>
            </a:r>
            <a:r>
              <a:rPr lang="en-US" altLang="en-US" sz="1800" cap="none" dirty="0" err="1">
                <a:solidFill>
                  <a:schemeClr val="tx1"/>
                </a:solidFill>
                <a:latin typeface="Arial" panose="020B0604020202020204" pitchFamily="34" charset="0"/>
                <a:cs typeface="Arial" panose="020B0604020202020204" pitchFamily="34" charset="0"/>
              </a:rPr>
              <a:t>xgboost</a:t>
            </a:r>
            <a:r>
              <a:rPr lang="en-US" altLang="en-US" sz="1800" cap="none" dirty="0">
                <a:solidFill>
                  <a:schemeClr val="tx1"/>
                </a:solidFill>
                <a:latin typeface="Arial" panose="020B0604020202020204" pitchFamily="34" charset="0"/>
                <a:cs typeface="Arial" panose="020B0604020202020204" pitchFamily="34" charset="0"/>
              </a:rPr>
              <a:t> had the best overall performance of the algorithms that were tested. This suggests that ensemble-based methods work well for analyzing complex behavioral datasets.</a:t>
            </a:r>
          </a:p>
        </p:txBody>
      </p:sp>
      <p:graphicFrame>
        <p:nvGraphicFramePr>
          <p:cNvPr id="4" name="Table 3">
            <a:extLst>
              <a:ext uri="{FF2B5EF4-FFF2-40B4-BE49-F238E27FC236}">
                <a16:creationId xmlns:a16="http://schemas.microsoft.com/office/drawing/2014/main" id="{3F806B75-9B37-37BA-190B-287E04834CE7}"/>
              </a:ext>
            </a:extLst>
          </p:cNvPr>
          <p:cNvGraphicFramePr/>
          <p:nvPr>
            <p:custDataLst>
              <p:tags r:id="rId2"/>
            </p:custDataLst>
            <p:extLst>
              <p:ext uri="{D42A27DB-BD31-4B8C-83A1-F6EECF244321}">
                <p14:modId xmlns:p14="http://schemas.microsoft.com/office/powerpoint/2010/main" val="2926015549"/>
              </p:ext>
            </p:extLst>
          </p:nvPr>
        </p:nvGraphicFramePr>
        <p:xfrm>
          <a:off x="6889172" y="2440940"/>
          <a:ext cx="4688150" cy="1678305"/>
        </p:xfrm>
        <a:graphic>
          <a:graphicData uri="http://schemas.openxmlformats.org/drawingml/2006/table">
            <a:tbl>
              <a:tblPr/>
              <a:tblGrid>
                <a:gridCol w="937630">
                  <a:extLst>
                    <a:ext uri="{9D8B030D-6E8A-4147-A177-3AD203B41FA5}">
                      <a16:colId xmlns:a16="http://schemas.microsoft.com/office/drawing/2014/main" val="20000"/>
                    </a:ext>
                  </a:extLst>
                </a:gridCol>
                <a:gridCol w="937630">
                  <a:extLst>
                    <a:ext uri="{9D8B030D-6E8A-4147-A177-3AD203B41FA5}">
                      <a16:colId xmlns:a16="http://schemas.microsoft.com/office/drawing/2014/main" val="20001"/>
                    </a:ext>
                  </a:extLst>
                </a:gridCol>
                <a:gridCol w="937630">
                  <a:extLst>
                    <a:ext uri="{9D8B030D-6E8A-4147-A177-3AD203B41FA5}">
                      <a16:colId xmlns:a16="http://schemas.microsoft.com/office/drawing/2014/main" val="20002"/>
                    </a:ext>
                  </a:extLst>
                </a:gridCol>
                <a:gridCol w="937630">
                  <a:extLst>
                    <a:ext uri="{9D8B030D-6E8A-4147-A177-3AD203B41FA5}">
                      <a16:colId xmlns:a16="http://schemas.microsoft.com/office/drawing/2014/main" val="20003"/>
                    </a:ext>
                  </a:extLst>
                </a:gridCol>
                <a:gridCol w="937630">
                  <a:extLst>
                    <a:ext uri="{9D8B030D-6E8A-4147-A177-3AD203B41FA5}">
                      <a16:colId xmlns:a16="http://schemas.microsoft.com/office/drawing/2014/main" val="20004"/>
                    </a:ext>
                  </a:extLst>
                </a:gridCol>
              </a:tblGrid>
              <a:tr h="427990">
                <a:tc>
                  <a:txBody>
                    <a:bodyPr/>
                    <a:lstStyle/>
                    <a:p>
                      <a:pPr algn="ctr" fontAlgn="ctr"/>
                      <a:r>
                        <a:rPr sz="1400" b="1" i="0">
                          <a:solidFill>
                            <a:srgbClr val="FFFFFF"/>
                          </a:solidFill>
                          <a:latin typeface="Arial" panose="020B0604020202020204" pitchFamily="34" charset="0"/>
                          <a:ea typeface="Calibri" panose="020F0502020204030204"/>
                          <a:cs typeface="Arial" panose="020B0604020202020204" pitchFamily="34" charset="0"/>
                        </a:rPr>
                        <a:t>Model</a:t>
                      </a:r>
                    </a:p>
                  </a:txBody>
                  <a:tcPr marL="7937" marR="7937" marT="7937" marB="0" anchor="ctr">
                    <a:lnL>
                      <a:noFill/>
                    </a:lnL>
                    <a:lnR w="6350" cap="flat" cmpd="sng">
                      <a:solidFill>
                        <a:srgbClr val="FFFFFF"/>
                      </a:solidFill>
                      <a:prstDash val="solid"/>
                      <a:headEnd type="none" w="med" len="med"/>
                      <a:tailEnd type="none" w="med" len="med"/>
                    </a:lnR>
                    <a:lnT>
                      <a:noFill/>
                    </a:lnT>
                    <a:lnB w="19050" cap="flat" cmpd="sng">
                      <a:solidFill>
                        <a:srgbClr val="FFFFFF"/>
                      </a:solidFill>
                      <a:prstDash val="solid"/>
                      <a:headEnd type="none" w="med" len="med"/>
                      <a:tailEnd type="none" w="med" len="med"/>
                    </a:lnB>
                    <a:solidFill>
                      <a:srgbClr val="000000"/>
                    </a:solidFill>
                  </a:tcPr>
                </a:tc>
                <a:tc>
                  <a:txBody>
                    <a:bodyPr/>
                    <a:lstStyle/>
                    <a:p>
                      <a:pPr algn="ctr" fontAlgn="ctr"/>
                      <a:r>
                        <a:rPr sz="1400" b="1" i="0" dirty="0">
                          <a:solidFill>
                            <a:srgbClr val="FFFFFF"/>
                          </a:solidFill>
                          <a:latin typeface="Arial" panose="020B0604020202020204" pitchFamily="34" charset="0"/>
                          <a:ea typeface="Calibri" panose="020F0502020204030204"/>
                          <a:cs typeface="Arial" panose="020B0604020202020204" pitchFamily="34" charset="0"/>
                        </a:rPr>
                        <a:t>Accuracy</a:t>
                      </a:r>
                    </a:p>
                  </a:txBody>
                  <a:tcPr marL="7937" marR="7937" marT="7937" marB="0" anchor="ctr">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a:noFill/>
                    </a:lnT>
                    <a:lnB w="19050" cap="flat" cmpd="sng">
                      <a:solidFill>
                        <a:srgbClr val="FFFFFF"/>
                      </a:solidFill>
                      <a:prstDash val="solid"/>
                      <a:headEnd type="none" w="med" len="med"/>
                      <a:tailEnd type="none" w="med" len="med"/>
                    </a:lnB>
                    <a:solidFill>
                      <a:srgbClr val="000000"/>
                    </a:solidFill>
                  </a:tcPr>
                </a:tc>
                <a:tc>
                  <a:txBody>
                    <a:bodyPr/>
                    <a:lstStyle/>
                    <a:p>
                      <a:pPr algn="ctr" fontAlgn="ctr"/>
                      <a:r>
                        <a:rPr sz="1400" b="1" i="0">
                          <a:solidFill>
                            <a:srgbClr val="FFFFFF"/>
                          </a:solidFill>
                          <a:latin typeface="Arial" panose="020B0604020202020204" pitchFamily="34" charset="0"/>
                          <a:ea typeface="Calibri" panose="020F0502020204030204"/>
                          <a:cs typeface="Arial" panose="020B0604020202020204" pitchFamily="34" charset="0"/>
                        </a:rPr>
                        <a:t>Precision</a:t>
                      </a:r>
                    </a:p>
                  </a:txBody>
                  <a:tcPr marL="7937" marR="7937" marT="7937" marB="0" anchor="ctr">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a:noFill/>
                    </a:lnT>
                    <a:lnB w="19050" cap="flat" cmpd="sng">
                      <a:solidFill>
                        <a:srgbClr val="FFFFFF"/>
                      </a:solidFill>
                      <a:prstDash val="solid"/>
                      <a:headEnd type="none" w="med" len="med"/>
                      <a:tailEnd type="none" w="med" len="med"/>
                    </a:lnB>
                    <a:solidFill>
                      <a:srgbClr val="000000"/>
                    </a:solidFill>
                  </a:tcPr>
                </a:tc>
                <a:tc>
                  <a:txBody>
                    <a:bodyPr/>
                    <a:lstStyle/>
                    <a:p>
                      <a:pPr algn="ctr" fontAlgn="ctr"/>
                      <a:r>
                        <a:rPr sz="1400" b="1" i="0" dirty="0">
                          <a:solidFill>
                            <a:srgbClr val="FFFFFF"/>
                          </a:solidFill>
                          <a:latin typeface="Arial" panose="020B0604020202020204" pitchFamily="34" charset="0"/>
                          <a:ea typeface="Calibri" panose="020F0502020204030204"/>
                          <a:cs typeface="Arial" panose="020B0604020202020204" pitchFamily="34" charset="0"/>
                        </a:rPr>
                        <a:t>Recall</a:t>
                      </a:r>
                    </a:p>
                  </a:txBody>
                  <a:tcPr marL="7937" marR="7937" marT="7937" marB="0" anchor="ctr">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a:noFill/>
                    </a:lnT>
                    <a:lnB w="19050" cap="flat" cmpd="sng">
                      <a:solidFill>
                        <a:srgbClr val="FFFFFF"/>
                      </a:solidFill>
                      <a:prstDash val="solid"/>
                      <a:headEnd type="none" w="med" len="med"/>
                      <a:tailEnd type="none" w="med" len="med"/>
                    </a:lnB>
                    <a:solidFill>
                      <a:srgbClr val="000000"/>
                    </a:solidFill>
                  </a:tcPr>
                </a:tc>
                <a:tc>
                  <a:txBody>
                    <a:bodyPr/>
                    <a:lstStyle/>
                    <a:p>
                      <a:pPr algn="ctr" fontAlgn="ctr"/>
                      <a:r>
                        <a:rPr sz="1400" b="1" i="0">
                          <a:solidFill>
                            <a:srgbClr val="FFFFFF"/>
                          </a:solidFill>
                          <a:latin typeface="Arial" panose="020B0604020202020204" pitchFamily="34" charset="0"/>
                          <a:ea typeface="Calibri" panose="020F0502020204030204"/>
                          <a:cs typeface="Arial" panose="020B0604020202020204" pitchFamily="34" charset="0"/>
                        </a:rPr>
                        <a:t>F1-Score</a:t>
                      </a:r>
                    </a:p>
                  </a:txBody>
                  <a:tcPr marL="7937" marR="7937" marT="7937" marB="0" anchor="ctr">
                    <a:lnL w="6350" cap="flat" cmpd="sng">
                      <a:solidFill>
                        <a:srgbClr val="FFFFFF"/>
                      </a:solidFill>
                      <a:prstDash val="solid"/>
                      <a:headEnd type="none" w="med" len="med"/>
                      <a:tailEnd type="none" w="med" len="med"/>
                    </a:lnL>
                    <a:lnR>
                      <a:noFill/>
                    </a:lnR>
                    <a:lnT>
                      <a:noFill/>
                    </a:lnT>
                    <a:lnB w="19050" cap="flat" cmpd="sng">
                      <a:solidFill>
                        <a:srgbClr val="FFFFFF"/>
                      </a:solidFill>
                      <a:prstDash val="solid"/>
                      <a:headEnd type="none" w="med" len="med"/>
                      <a:tailEnd type="none" w="med" len="med"/>
                    </a:lnB>
                    <a:solidFill>
                      <a:srgbClr val="000000"/>
                    </a:solidFill>
                  </a:tcPr>
                </a:tc>
                <a:extLst>
                  <a:ext uri="{0D108BD9-81ED-4DB2-BD59-A6C34878D82A}">
                    <a16:rowId xmlns:a16="http://schemas.microsoft.com/office/drawing/2014/main" val="10000"/>
                  </a:ext>
                </a:extLst>
              </a:tr>
              <a:tr h="436880">
                <a:tc>
                  <a:txBody>
                    <a:bodyPr/>
                    <a:lstStyle/>
                    <a:p>
                      <a:pPr algn="l" fontAlgn="ctr"/>
                      <a:r>
                        <a:rPr sz="1400" b="1" i="0">
                          <a:solidFill>
                            <a:srgbClr val="000000"/>
                          </a:solidFill>
                          <a:latin typeface="Arial" panose="020B0604020202020204" pitchFamily="34" charset="0"/>
                          <a:ea typeface="Calibri" panose="020F0502020204030204"/>
                          <a:cs typeface="Arial" panose="020B0604020202020204" pitchFamily="34" charset="0"/>
                        </a:rPr>
                        <a:t>Random Forest</a:t>
                      </a:r>
                    </a:p>
                  </a:txBody>
                  <a:tcPr marL="7937" marR="7937" marT="7937" marB="0" anchor="ctr">
                    <a:lnL>
                      <a:noFill/>
                    </a:lnL>
                    <a:lnR w="6350" cap="flat" cmpd="sng">
                      <a:solidFill>
                        <a:srgbClr val="FFFFFF"/>
                      </a:solidFill>
                      <a:prstDash val="solid"/>
                      <a:headEnd type="none" w="med" len="med"/>
                      <a:tailEnd type="none" w="med" len="med"/>
                    </a:ln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999999"/>
                    </a:solidFill>
                  </a:tcPr>
                </a:tc>
                <a:tc>
                  <a:txBody>
                    <a:bodyPr/>
                    <a:lstStyle/>
                    <a:p>
                      <a:pPr algn="r" fontAlgn="ctr"/>
                      <a:r>
                        <a:rPr sz="1400" b="1" i="0" dirty="0">
                          <a:solidFill>
                            <a:srgbClr val="000000"/>
                          </a:solidFill>
                          <a:latin typeface="Arial" panose="020B0604020202020204" pitchFamily="34" charset="0"/>
                          <a:ea typeface="Calibri" panose="020F0502020204030204"/>
                          <a:cs typeface="Arial" panose="020B0604020202020204" pitchFamily="34" charset="0"/>
                        </a:rPr>
                        <a:t>0.8</a:t>
                      </a:r>
                      <a:r>
                        <a:rPr lang="en-IN" sz="1400" b="1" i="0" dirty="0">
                          <a:solidFill>
                            <a:srgbClr val="000000"/>
                          </a:solidFill>
                          <a:latin typeface="Arial" panose="020B0604020202020204" pitchFamily="34" charset="0"/>
                          <a:ea typeface="Calibri" panose="020F0502020204030204"/>
                          <a:cs typeface="Arial" panose="020B0604020202020204" pitchFamily="34" charset="0"/>
                        </a:rPr>
                        <a:t>12</a:t>
                      </a:r>
                      <a:endParaRPr sz="1400" b="1" i="0" dirty="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999999"/>
                    </a:solidFill>
                  </a:tcPr>
                </a:tc>
                <a:tc>
                  <a:txBody>
                    <a:bodyPr/>
                    <a:lstStyle/>
                    <a:p>
                      <a:pPr algn="r" fontAlgn="ctr"/>
                      <a:r>
                        <a:rPr sz="1400" b="1" i="0" dirty="0">
                          <a:solidFill>
                            <a:srgbClr val="000000"/>
                          </a:solidFill>
                          <a:latin typeface="Arial" panose="020B0604020202020204" pitchFamily="34" charset="0"/>
                          <a:ea typeface="Calibri" panose="020F0502020204030204"/>
                          <a:cs typeface="Arial" panose="020B0604020202020204" pitchFamily="34" charset="0"/>
                        </a:rPr>
                        <a:t>0.</a:t>
                      </a:r>
                      <a:r>
                        <a:rPr lang="en-IN" sz="1400" b="1" i="0" dirty="0">
                          <a:solidFill>
                            <a:srgbClr val="000000"/>
                          </a:solidFill>
                          <a:latin typeface="Arial" panose="020B0604020202020204" pitchFamily="34" charset="0"/>
                          <a:ea typeface="Calibri" panose="020F0502020204030204"/>
                          <a:cs typeface="Arial" panose="020B0604020202020204" pitchFamily="34" charset="0"/>
                        </a:rPr>
                        <a:t>9</a:t>
                      </a:r>
                      <a:endParaRPr sz="1400" b="1" i="0" dirty="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999999"/>
                    </a:solidFill>
                  </a:tcPr>
                </a:tc>
                <a:tc>
                  <a:txBody>
                    <a:bodyPr/>
                    <a:lstStyle/>
                    <a:p>
                      <a:pPr algn="r" fontAlgn="ctr"/>
                      <a:r>
                        <a:rPr sz="1400" b="1" i="0" dirty="0">
                          <a:solidFill>
                            <a:srgbClr val="000000"/>
                          </a:solidFill>
                          <a:latin typeface="Arial" panose="020B0604020202020204" pitchFamily="34" charset="0"/>
                          <a:ea typeface="Calibri" panose="020F0502020204030204"/>
                          <a:cs typeface="Arial" panose="020B0604020202020204" pitchFamily="34" charset="0"/>
                        </a:rPr>
                        <a:t>0.8</a:t>
                      </a:r>
                      <a:r>
                        <a:rPr lang="en-IN" sz="1400" b="1" i="0" dirty="0">
                          <a:solidFill>
                            <a:srgbClr val="000000"/>
                          </a:solidFill>
                          <a:latin typeface="Arial" panose="020B0604020202020204" pitchFamily="34" charset="0"/>
                          <a:ea typeface="Calibri" panose="020F0502020204030204"/>
                          <a:cs typeface="Arial" panose="020B0604020202020204" pitchFamily="34" charset="0"/>
                        </a:rPr>
                        <a:t>5</a:t>
                      </a:r>
                      <a:endParaRPr sz="1400" b="1" i="0" dirty="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999999"/>
                    </a:solidFill>
                  </a:tcPr>
                </a:tc>
                <a:tc>
                  <a:txBody>
                    <a:bodyPr/>
                    <a:lstStyle/>
                    <a:p>
                      <a:pPr algn="r" fontAlgn="ctr"/>
                      <a:r>
                        <a:rPr sz="1400" b="1" i="0" dirty="0">
                          <a:solidFill>
                            <a:srgbClr val="000000"/>
                          </a:solidFill>
                          <a:latin typeface="Arial" panose="020B0604020202020204" pitchFamily="34" charset="0"/>
                          <a:ea typeface="Calibri" panose="020F0502020204030204"/>
                          <a:cs typeface="Arial" panose="020B0604020202020204" pitchFamily="34" charset="0"/>
                        </a:rPr>
                        <a:t>0.8</a:t>
                      </a:r>
                      <a:r>
                        <a:rPr lang="en-IN" sz="1400" b="1" i="0" dirty="0">
                          <a:solidFill>
                            <a:srgbClr val="000000"/>
                          </a:solidFill>
                          <a:latin typeface="Arial" panose="020B0604020202020204" pitchFamily="34" charset="0"/>
                          <a:ea typeface="Calibri" panose="020F0502020204030204"/>
                          <a:cs typeface="Arial" panose="020B0604020202020204" pitchFamily="34" charset="0"/>
                        </a:rPr>
                        <a:t>8</a:t>
                      </a:r>
                      <a:endParaRPr sz="1400" b="1" i="0" dirty="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FFFFFF"/>
                      </a:solidFill>
                      <a:prstDash val="solid"/>
                      <a:headEnd type="none" w="med" len="med"/>
                      <a:tailEnd type="none" w="med" len="med"/>
                    </a:lnL>
                    <a:lnR>
                      <a:noFill/>
                    </a:ln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999999"/>
                    </a:solidFill>
                  </a:tcPr>
                </a:tc>
                <a:extLst>
                  <a:ext uri="{0D108BD9-81ED-4DB2-BD59-A6C34878D82A}">
                    <a16:rowId xmlns:a16="http://schemas.microsoft.com/office/drawing/2014/main" val="10001"/>
                  </a:ext>
                </a:extLst>
              </a:tr>
              <a:tr h="407035">
                <a:tc>
                  <a:txBody>
                    <a:bodyPr/>
                    <a:lstStyle/>
                    <a:p>
                      <a:pPr algn="l" fontAlgn="ctr"/>
                      <a:r>
                        <a:rPr lang="en-IN" sz="1400" b="1" i="0" dirty="0" err="1">
                          <a:solidFill>
                            <a:srgbClr val="000000"/>
                          </a:solidFill>
                          <a:latin typeface="Arial" panose="020B0604020202020204" pitchFamily="34" charset="0"/>
                          <a:ea typeface="Calibri" panose="020F0502020204030204"/>
                          <a:cs typeface="Arial" panose="020B0604020202020204" pitchFamily="34" charset="0"/>
                        </a:rPr>
                        <a:t>XGBoost</a:t>
                      </a:r>
                      <a:endParaRPr sz="1400" b="1" i="0" dirty="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CCCCCC"/>
                    </a:solidFill>
                  </a:tcPr>
                </a:tc>
                <a:tc>
                  <a:txBody>
                    <a:bodyPr/>
                    <a:lstStyle/>
                    <a:p>
                      <a:pPr algn="r" fontAlgn="ctr"/>
                      <a:r>
                        <a:rPr sz="1400" b="1" i="0" dirty="0">
                          <a:solidFill>
                            <a:srgbClr val="000000"/>
                          </a:solidFill>
                          <a:latin typeface="Arial" panose="020B0604020202020204" pitchFamily="34" charset="0"/>
                          <a:ea typeface="Calibri" panose="020F0502020204030204"/>
                          <a:cs typeface="Arial" panose="020B0604020202020204" pitchFamily="34" charset="0"/>
                        </a:rPr>
                        <a:t>0.</a:t>
                      </a:r>
                      <a:r>
                        <a:rPr lang="en-IN" sz="1400" b="1" i="0" dirty="0">
                          <a:solidFill>
                            <a:srgbClr val="000000"/>
                          </a:solidFill>
                          <a:latin typeface="Arial" panose="020B0604020202020204" pitchFamily="34" charset="0"/>
                          <a:ea typeface="Calibri" panose="020F0502020204030204"/>
                          <a:cs typeface="Arial" panose="020B0604020202020204" pitchFamily="34" charset="0"/>
                        </a:rPr>
                        <a:t>849</a:t>
                      </a:r>
                      <a:endParaRPr sz="1400" b="1" i="0" dirty="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CCCCCC"/>
                    </a:solidFill>
                  </a:tcPr>
                </a:tc>
                <a:tc>
                  <a:txBody>
                    <a:bodyPr/>
                    <a:lstStyle/>
                    <a:p>
                      <a:pPr algn="r" fontAlgn="ctr"/>
                      <a:r>
                        <a:rPr sz="1400" b="1" i="0" dirty="0">
                          <a:solidFill>
                            <a:srgbClr val="000000"/>
                          </a:solidFill>
                          <a:latin typeface="Arial" panose="020B0604020202020204" pitchFamily="34" charset="0"/>
                          <a:ea typeface="Calibri" panose="020F0502020204030204"/>
                          <a:cs typeface="Arial" panose="020B0604020202020204" pitchFamily="34" charset="0"/>
                        </a:rPr>
                        <a:t>0.</a:t>
                      </a:r>
                      <a:r>
                        <a:rPr lang="en-IN" sz="1400" b="1" i="0" dirty="0">
                          <a:solidFill>
                            <a:srgbClr val="000000"/>
                          </a:solidFill>
                          <a:latin typeface="Arial" panose="020B0604020202020204" pitchFamily="34" charset="0"/>
                          <a:ea typeface="Calibri" panose="020F0502020204030204"/>
                          <a:cs typeface="Arial" panose="020B0604020202020204" pitchFamily="34" charset="0"/>
                        </a:rPr>
                        <a:t>88</a:t>
                      </a:r>
                      <a:endParaRPr sz="1400" b="1" i="0" dirty="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CCCCCC"/>
                    </a:solidFill>
                  </a:tcPr>
                </a:tc>
                <a:tc>
                  <a:txBody>
                    <a:bodyPr/>
                    <a:lstStyle/>
                    <a:p>
                      <a:pPr algn="r" fontAlgn="ctr"/>
                      <a:r>
                        <a:rPr sz="1400" b="1" i="0" dirty="0">
                          <a:solidFill>
                            <a:srgbClr val="000000"/>
                          </a:solidFill>
                          <a:latin typeface="Arial" panose="020B0604020202020204" pitchFamily="34" charset="0"/>
                          <a:ea typeface="Calibri" panose="020F0502020204030204"/>
                          <a:cs typeface="Arial" panose="020B0604020202020204" pitchFamily="34" charset="0"/>
                        </a:rPr>
                        <a:t>0.</a:t>
                      </a:r>
                      <a:r>
                        <a:rPr lang="en-IN" sz="1400" b="1" i="0" dirty="0">
                          <a:solidFill>
                            <a:srgbClr val="000000"/>
                          </a:solidFill>
                          <a:latin typeface="Arial" panose="020B0604020202020204" pitchFamily="34" charset="0"/>
                          <a:ea typeface="Calibri" panose="020F0502020204030204"/>
                          <a:cs typeface="Arial" panose="020B0604020202020204" pitchFamily="34" charset="0"/>
                        </a:rPr>
                        <a:t>93</a:t>
                      </a:r>
                      <a:endParaRPr sz="1400" b="1" i="0" dirty="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CCCCCC"/>
                    </a:solidFill>
                  </a:tcPr>
                </a:tc>
                <a:tc>
                  <a:txBody>
                    <a:bodyPr/>
                    <a:lstStyle/>
                    <a:p>
                      <a:pPr algn="r" fontAlgn="ctr"/>
                      <a:r>
                        <a:rPr sz="1400" b="1" i="0" dirty="0">
                          <a:solidFill>
                            <a:srgbClr val="000000"/>
                          </a:solidFill>
                          <a:latin typeface="Arial" panose="020B0604020202020204" pitchFamily="34" charset="0"/>
                          <a:ea typeface="Calibri" panose="020F0502020204030204"/>
                          <a:cs typeface="Arial" panose="020B0604020202020204" pitchFamily="34" charset="0"/>
                        </a:rPr>
                        <a:t>0.</a:t>
                      </a:r>
                      <a:r>
                        <a:rPr lang="en-IN" sz="1400" b="1" i="0" dirty="0">
                          <a:solidFill>
                            <a:srgbClr val="000000"/>
                          </a:solidFill>
                          <a:latin typeface="Arial" panose="020B0604020202020204" pitchFamily="34" charset="0"/>
                          <a:ea typeface="Calibri" panose="020F0502020204030204"/>
                          <a:cs typeface="Arial" panose="020B0604020202020204" pitchFamily="34" charset="0"/>
                        </a:rPr>
                        <a:t>91</a:t>
                      </a:r>
                      <a:endParaRPr sz="1400" b="1" i="0" dirty="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FFFFFF"/>
                      </a:solidFill>
                      <a:prstDash val="solid"/>
                      <a:headEnd type="none" w="med" len="med"/>
                      <a:tailEnd type="none" w="med" len="med"/>
                    </a:lnL>
                    <a:lnR>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CCCCCC"/>
                    </a:solidFill>
                  </a:tcPr>
                </a:tc>
                <a:extLst>
                  <a:ext uri="{0D108BD9-81ED-4DB2-BD59-A6C34878D82A}">
                    <a16:rowId xmlns:a16="http://schemas.microsoft.com/office/drawing/2014/main" val="10002"/>
                  </a:ext>
                </a:extLst>
              </a:tr>
              <a:tr h="406400">
                <a:tc>
                  <a:txBody>
                    <a:bodyPr/>
                    <a:lstStyle/>
                    <a:p>
                      <a:pPr algn="l" fontAlgn="ctr"/>
                      <a:r>
                        <a:rPr lang="en-IN" sz="1400" b="1" i="0" dirty="0">
                          <a:solidFill>
                            <a:srgbClr val="000000"/>
                          </a:solidFill>
                          <a:latin typeface="Arial" panose="020B0604020202020204" pitchFamily="34" charset="0"/>
                          <a:ea typeface="Calibri" panose="020F0502020204030204"/>
                          <a:cs typeface="Arial" panose="020B0604020202020204" pitchFamily="34" charset="0"/>
                        </a:rPr>
                        <a:t>ANN</a:t>
                      </a:r>
                      <a:endParaRPr sz="1400" b="1" i="0" dirty="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a:noFill/>
                    </a:lnB>
                    <a:solidFill>
                      <a:srgbClr val="999999"/>
                    </a:solidFill>
                  </a:tcPr>
                </a:tc>
                <a:tc>
                  <a:txBody>
                    <a:bodyPr/>
                    <a:lstStyle/>
                    <a:p>
                      <a:pPr algn="r" fontAlgn="ctr"/>
                      <a:r>
                        <a:rPr sz="1400" b="1" i="0" dirty="0">
                          <a:solidFill>
                            <a:srgbClr val="000000"/>
                          </a:solidFill>
                          <a:latin typeface="Arial" panose="020B0604020202020204" pitchFamily="34" charset="0"/>
                          <a:ea typeface="Calibri" panose="020F0502020204030204"/>
                          <a:cs typeface="Arial" panose="020B0604020202020204" pitchFamily="34" charset="0"/>
                        </a:rPr>
                        <a:t>0.</a:t>
                      </a:r>
                      <a:r>
                        <a:rPr lang="en-IN" sz="1400" b="1" i="0" dirty="0">
                          <a:solidFill>
                            <a:srgbClr val="000000"/>
                          </a:solidFill>
                          <a:latin typeface="Arial" panose="020B0604020202020204" pitchFamily="34" charset="0"/>
                          <a:ea typeface="Calibri" panose="020F0502020204030204"/>
                          <a:cs typeface="Arial" panose="020B0604020202020204" pitchFamily="34" charset="0"/>
                        </a:rPr>
                        <a:t>729</a:t>
                      </a:r>
                      <a:endParaRPr sz="1400" b="1" i="0" dirty="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a:noFill/>
                    </a:lnB>
                    <a:solidFill>
                      <a:srgbClr val="999999"/>
                    </a:solidFill>
                  </a:tcPr>
                </a:tc>
                <a:tc>
                  <a:txBody>
                    <a:bodyPr/>
                    <a:lstStyle/>
                    <a:p>
                      <a:pPr algn="r" fontAlgn="ctr"/>
                      <a:r>
                        <a:rPr sz="1400" b="1" i="0" dirty="0">
                          <a:solidFill>
                            <a:srgbClr val="000000"/>
                          </a:solidFill>
                          <a:latin typeface="Arial" panose="020B0604020202020204" pitchFamily="34" charset="0"/>
                          <a:ea typeface="Calibri" panose="020F0502020204030204"/>
                          <a:cs typeface="Arial" panose="020B0604020202020204" pitchFamily="34" charset="0"/>
                        </a:rPr>
                        <a:t>0.</a:t>
                      </a:r>
                      <a:r>
                        <a:rPr lang="en-IN" sz="1400" b="1" i="0" dirty="0">
                          <a:solidFill>
                            <a:srgbClr val="000000"/>
                          </a:solidFill>
                          <a:latin typeface="Arial" panose="020B0604020202020204" pitchFamily="34" charset="0"/>
                          <a:ea typeface="Calibri" panose="020F0502020204030204"/>
                          <a:cs typeface="Arial" panose="020B0604020202020204" pitchFamily="34" charset="0"/>
                        </a:rPr>
                        <a:t>94</a:t>
                      </a:r>
                      <a:endParaRPr sz="1400" b="1" i="0" dirty="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a:noFill/>
                    </a:lnB>
                    <a:solidFill>
                      <a:srgbClr val="999999"/>
                    </a:solidFill>
                  </a:tcPr>
                </a:tc>
                <a:tc>
                  <a:txBody>
                    <a:bodyPr/>
                    <a:lstStyle/>
                    <a:p>
                      <a:pPr algn="r" fontAlgn="ctr"/>
                      <a:r>
                        <a:rPr sz="1400" b="1" i="0" dirty="0">
                          <a:solidFill>
                            <a:srgbClr val="000000"/>
                          </a:solidFill>
                          <a:latin typeface="Arial" panose="020B0604020202020204" pitchFamily="34" charset="0"/>
                          <a:ea typeface="Calibri" panose="020F0502020204030204"/>
                          <a:cs typeface="Arial" panose="020B0604020202020204" pitchFamily="34" charset="0"/>
                        </a:rPr>
                        <a:t>0.</a:t>
                      </a:r>
                      <a:r>
                        <a:rPr lang="en-IN" sz="1400" b="1" i="0" dirty="0">
                          <a:solidFill>
                            <a:srgbClr val="000000"/>
                          </a:solidFill>
                          <a:latin typeface="Arial" panose="020B0604020202020204" pitchFamily="34" charset="0"/>
                          <a:ea typeface="Calibri" panose="020F0502020204030204"/>
                          <a:cs typeface="Arial" panose="020B0604020202020204" pitchFamily="34" charset="0"/>
                        </a:rPr>
                        <a:t>70</a:t>
                      </a:r>
                      <a:endParaRPr sz="1400" b="1" i="0" dirty="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a:noFill/>
                    </a:lnB>
                    <a:solidFill>
                      <a:srgbClr val="999999"/>
                    </a:solidFill>
                  </a:tcPr>
                </a:tc>
                <a:tc>
                  <a:txBody>
                    <a:bodyPr/>
                    <a:lstStyle/>
                    <a:p>
                      <a:pPr algn="r" fontAlgn="ctr"/>
                      <a:r>
                        <a:rPr sz="1400" b="1" i="0" dirty="0">
                          <a:solidFill>
                            <a:srgbClr val="000000"/>
                          </a:solidFill>
                          <a:latin typeface="Arial" panose="020B0604020202020204" pitchFamily="34" charset="0"/>
                          <a:ea typeface="Calibri" panose="020F0502020204030204"/>
                          <a:cs typeface="Arial" panose="020B0604020202020204" pitchFamily="34" charset="0"/>
                        </a:rPr>
                        <a:t>0.</a:t>
                      </a:r>
                      <a:r>
                        <a:rPr lang="en-IN" sz="1400" b="1" i="0" dirty="0">
                          <a:solidFill>
                            <a:srgbClr val="000000"/>
                          </a:solidFill>
                          <a:latin typeface="Arial" panose="020B0604020202020204" pitchFamily="34" charset="0"/>
                          <a:ea typeface="Calibri" panose="020F0502020204030204"/>
                          <a:cs typeface="Arial" panose="020B0604020202020204" pitchFamily="34" charset="0"/>
                        </a:rPr>
                        <a:t>80</a:t>
                      </a:r>
                      <a:endParaRPr sz="1400" b="1" i="0" dirty="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FFFFFF"/>
                      </a:solidFill>
                      <a:prstDash val="solid"/>
                      <a:headEnd type="none" w="med" len="med"/>
                      <a:tailEnd type="none" w="med" len="med"/>
                    </a:lnL>
                    <a:lnR>
                      <a:noFill/>
                    </a:lnR>
                    <a:lnT w="6350" cap="flat" cmpd="sng">
                      <a:solidFill>
                        <a:srgbClr val="FFFFFF"/>
                      </a:solidFill>
                      <a:prstDash val="solid"/>
                      <a:headEnd type="none" w="med" len="med"/>
                      <a:tailEnd type="none" w="med" len="med"/>
                    </a:lnT>
                    <a:lnB>
                      <a:noFill/>
                    </a:lnB>
                    <a:solidFill>
                      <a:srgbClr val="999999"/>
                    </a:solidFill>
                  </a:tcPr>
                </a:tc>
                <a:extLst>
                  <a:ext uri="{0D108BD9-81ED-4DB2-BD59-A6C34878D82A}">
                    <a16:rowId xmlns:a16="http://schemas.microsoft.com/office/drawing/2014/main" val="10003"/>
                  </a:ext>
                </a:extLst>
              </a:tr>
            </a:tbl>
          </a:graphicData>
        </a:graphic>
      </p:graphicFrame>
      <p:sp>
        <p:nvSpPr>
          <p:cNvPr id="6" name="Title 5">
            <a:extLst>
              <a:ext uri="{FF2B5EF4-FFF2-40B4-BE49-F238E27FC236}">
                <a16:creationId xmlns:a16="http://schemas.microsoft.com/office/drawing/2014/main" id="{0AC05A45-AFC7-D02F-55E4-053041EB8F53}"/>
              </a:ext>
            </a:extLst>
          </p:cNvPr>
          <p:cNvSpPr txBox="1">
            <a:spLocks/>
          </p:cNvSpPr>
          <p:nvPr>
            <p:custDataLst>
              <p:tags r:id="rId3"/>
            </p:custDataLst>
          </p:nvPr>
        </p:nvSpPr>
        <p:spPr>
          <a:xfrm>
            <a:off x="608400" y="246450"/>
            <a:ext cx="10969200" cy="705600"/>
          </a:xfrm>
          <a:prstGeom prst="rect">
            <a:avLst/>
          </a:prstGeom>
        </p:spPr>
        <p:txBody>
          <a:bodyPr vert="horz" lIns="91440" tIns="45720" rIns="91440" bIns="45720" rtlCol="0" anchor="b">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lang="en-US" sz="2000" kern="1200" cap="none" dirty="0">
                <a:solidFill>
                  <a:schemeClr val="tx2"/>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r>
              <a:rPr lang="en-IN" altLang="en-US" sz="2800" b="1" dirty="0">
                <a:solidFill>
                  <a:schemeClr val="tx1"/>
                </a:solidFill>
                <a:latin typeface="Arial" panose="020B0604020202020204" pitchFamily="34" charset="0"/>
                <a:cs typeface="Arial" panose="020B0604020202020204" pitchFamily="34" charset="0"/>
                <a:sym typeface="+mn-ea"/>
              </a:rPr>
              <a:t>Model Results and Performance</a:t>
            </a:r>
            <a:endParaRPr lang="en-IN" sz="2800" dirty="0">
              <a:solidFill>
                <a:schemeClr val="tx1"/>
              </a:solidFill>
            </a:endParaRPr>
          </a:p>
        </p:txBody>
      </p:sp>
    </p:spTree>
    <p:extLst>
      <p:ext uri="{BB962C8B-B14F-4D97-AF65-F5344CB8AC3E}">
        <p14:creationId xmlns:p14="http://schemas.microsoft.com/office/powerpoint/2010/main" val="1187750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78000">
              <a:srgbClr val="00B0F0"/>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1252AE5C-2FD0-D41F-3365-92A4AB0A54A0}"/>
              </a:ext>
            </a:extLst>
          </p:cNvPr>
          <p:cNvSpPr>
            <a:spLocks noGrp="1" noChangeArrowheads="1"/>
          </p:cNvSpPr>
          <p:nvPr>
            <p:ph type="ctrTitle"/>
          </p:nvPr>
        </p:nvSpPr>
        <p:spPr bwMode="auto">
          <a:xfrm>
            <a:off x="115748" y="243067"/>
            <a:ext cx="6713316" cy="432892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marL="0" marR="0" lvl="0" indent="0" fontAlgn="base">
              <a:spcAft>
                <a:spcPct val="0"/>
              </a:spcAft>
              <a:buClrTx/>
              <a:buSzTx/>
              <a:tabLst/>
            </a:pPr>
            <a:br>
              <a:rPr kumimoji="0" lang="en-US" altLang="en-US" sz="1400" b="0" i="0" u="none" strike="noStrike" kern="1200" cap="all" spc="100" normalizeH="0" dirty="0">
                <a:ln>
                  <a:noFill/>
                </a:ln>
                <a:solidFill>
                  <a:srgbClr val="FFFFFF"/>
                </a:solidFill>
                <a:effectLst/>
                <a:latin typeface="Arial" panose="020B0604020202020204" pitchFamily="34" charset="0"/>
                <a:cs typeface="Arial" panose="020B0604020202020204" pitchFamily="34" charset="0"/>
              </a:rPr>
            </a:br>
            <a:br>
              <a:rPr kumimoji="0" lang="en-US" altLang="en-US" sz="1400" b="0" i="0" u="none" strike="noStrike" kern="1200" cap="all" spc="100" normalizeH="0" dirty="0">
                <a:ln>
                  <a:noFill/>
                </a:ln>
                <a:solidFill>
                  <a:srgbClr val="FFFFFF"/>
                </a:solidFill>
                <a:effectLst/>
                <a:latin typeface="Arial" panose="020B0604020202020204" pitchFamily="34" charset="0"/>
                <a:cs typeface="Arial" panose="020B0604020202020204" pitchFamily="34" charset="0"/>
              </a:rPr>
            </a:br>
            <a:r>
              <a:rPr lang="fr-FR" sz="2800" b="1" cap="none" spc="100" dirty="0">
                <a:solidFill>
                  <a:schemeClr val="bg2"/>
                </a:solidFill>
                <a:latin typeface="Arial" panose="020B0604020202020204" pitchFamily="34" charset="0"/>
                <a:cs typeface="Arial" panose="020B0604020202020204" pitchFamily="34" charset="0"/>
              </a:rPr>
              <a:t>Model </a:t>
            </a:r>
            <a:r>
              <a:rPr lang="fr-FR" sz="2800" b="1" cap="none" spc="100" dirty="0" err="1">
                <a:solidFill>
                  <a:schemeClr val="bg2"/>
                </a:solidFill>
                <a:latin typeface="Arial" panose="020B0604020202020204" pitchFamily="34" charset="0"/>
                <a:cs typeface="Arial" panose="020B0604020202020204" pitchFamily="34" charset="0"/>
              </a:rPr>
              <a:t>evaluation</a:t>
            </a:r>
            <a:r>
              <a:rPr lang="fr-FR" sz="2800" b="1" cap="none" spc="100" dirty="0">
                <a:solidFill>
                  <a:schemeClr val="bg2"/>
                </a:solidFill>
                <a:latin typeface="Arial" panose="020B0604020202020204" pitchFamily="34" charset="0"/>
                <a:cs typeface="Arial" panose="020B0604020202020204" pitchFamily="34" charset="0"/>
              </a:rPr>
              <a:t> (confusion matrix)</a:t>
            </a:r>
            <a:br>
              <a:rPr kumimoji="0" lang="en-US" altLang="en-US" sz="2800" b="1" i="0" u="none" strike="noStrike" kern="1200" cap="all" spc="100" normalizeH="0" dirty="0">
                <a:ln>
                  <a:noFill/>
                </a:ln>
                <a:solidFill>
                  <a:schemeClr val="bg2"/>
                </a:solidFill>
                <a:effectLst/>
                <a:latin typeface="Arial" panose="020B0604020202020204" pitchFamily="34" charset="0"/>
                <a:cs typeface="Arial" panose="020B0604020202020204" pitchFamily="34" charset="0"/>
              </a:rPr>
            </a:br>
            <a:br>
              <a:rPr kumimoji="0" lang="en-US" altLang="en-US" sz="1200" b="0" i="0" u="none" strike="noStrike" kern="1200" cap="all" spc="100" normalizeH="0" dirty="0">
                <a:ln>
                  <a:noFill/>
                </a:ln>
                <a:solidFill>
                  <a:srgbClr val="FFFFFF"/>
                </a:solidFill>
                <a:effectLst/>
                <a:latin typeface="Arial" panose="020B0604020202020204" pitchFamily="34" charset="0"/>
                <a:cs typeface="Arial" panose="020B0604020202020204" pitchFamily="34" charset="0"/>
              </a:rPr>
            </a:br>
            <a:r>
              <a:rPr kumimoji="0" lang="en-US" altLang="en-US" sz="1400" b="0" i="0" u="none" strike="noStrike" kern="1200" cap="none" spc="100" normalizeH="0" dirty="0">
                <a:ln>
                  <a:noFill/>
                </a:ln>
                <a:solidFill>
                  <a:srgbClr val="FFFFFF"/>
                </a:solidFill>
                <a:effectLst/>
                <a:latin typeface="Arial" panose="020B0604020202020204" pitchFamily="34" charset="0"/>
                <a:cs typeface="Arial" panose="020B0604020202020204" pitchFamily="34" charset="0"/>
              </a:rPr>
              <a:t>The confusion matrices demonstrate how each model classified rain and no-rain cases.</a:t>
            </a:r>
            <a:br>
              <a:rPr kumimoji="0" lang="en-US" altLang="en-US" sz="1400" b="0" i="0" u="none" strike="noStrike" kern="1200" cap="none" spc="100" normalizeH="0" dirty="0">
                <a:ln>
                  <a:noFill/>
                </a:ln>
                <a:solidFill>
                  <a:srgbClr val="FFFFFF"/>
                </a:solidFill>
                <a:effectLst/>
                <a:latin typeface="Arial" panose="020B0604020202020204" pitchFamily="34" charset="0"/>
                <a:cs typeface="Arial" panose="020B0604020202020204" pitchFamily="34" charset="0"/>
              </a:rPr>
            </a:br>
            <a:br>
              <a:rPr kumimoji="0" lang="en-US" altLang="en-US" sz="1400" b="0" i="0" u="none" strike="noStrike" kern="1200" cap="none" spc="100" normalizeH="0" dirty="0">
                <a:ln>
                  <a:noFill/>
                </a:ln>
                <a:solidFill>
                  <a:srgbClr val="FFFFFF"/>
                </a:solidFill>
                <a:effectLst/>
                <a:latin typeface="Arial" panose="020B0604020202020204" pitchFamily="34" charset="0"/>
                <a:cs typeface="Arial" panose="020B0604020202020204" pitchFamily="34" charset="0"/>
              </a:rPr>
            </a:br>
            <a:r>
              <a:rPr kumimoji="0" lang="en-US" altLang="en-US" sz="1400" b="0" i="0" u="none" strike="noStrike" kern="1200" cap="none" spc="100" normalizeH="0" dirty="0">
                <a:ln>
                  <a:noFill/>
                </a:ln>
                <a:solidFill>
                  <a:srgbClr val="FFFFFF"/>
                </a:solidFill>
                <a:effectLst/>
                <a:latin typeface="Arial" panose="020B0604020202020204" pitchFamily="34" charset="0"/>
                <a:cs typeface="Arial" panose="020B0604020202020204" pitchFamily="34" charset="0"/>
              </a:rPr>
              <a:t>Random forest accurately forecasted the majority of no-rain situations (18,751) and identified 4,342 rainfall events.</a:t>
            </a:r>
            <a:br>
              <a:rPr kumimoji="0" lang="en-US" altLang="en-US" sz="1400" b="0" i="0" u="none" strike="noStrike" kern="1200" cap="none" spc="100" normalizeH="0" dirty="0">
                <a:ln>
                  <a:noFill/>
                </a:ln>
                <a:solidFill>
                  <a:srgbClr val="FFFFFF"/>
                </a:solidFill>
                <a:effectLst/>
                <a:latin typeface="Arial" panose="020B0604020202020204" pitchFamily="34" charset="0"/>
                <a:cs typeface="Arial" panose="020B0604020202020204" pitchFamily="34" charset="0"/>
              </a:rPr>
            </a:br>
            <a:br>
              <a:rPr kumimoji="0" lang="en-US" altLang="en-US" sz="1400" b="0" i="0" u="none" strike="noStrike" kern="1200" cap="none" spc="100" normalizeH="0" dirty="0">
                <a:ln>
                  <a:noFill/>
                </a:ln>
                <a:solidFill>
                  <a:srgbClr val="FFFFFF"/>
                </a:solidFill>
                <a:effectLst/>
                <a:latin typeface="Arial" panose="020B0604020202020204" pitchFamily="34" charset="0"/>
                <a:cs typeface="Arial" panose="020B0604020202020204" pitchFamily="34" charset="0"/>
              </a:rPr>
            </a:br>
            <a:r>
              <a:rPr kumimoji="0" lang="en-US" altLang="en-US" sz="1400" b="0" i="0" u="none" strike="noStrike" kern="1200" cap="none" spc="100" normalizeH="0" dirty="0" err="1">
                <a:ln>
                  <a:noFill/>
                </a:ln>
                <a:solidFill>
                  <a:srgbClr val="FFFFFF"/>
                </a:solidFill>
                <a:effectLst/>
                <a:latin typeface="Arial" panose="020B0604020202020204" pitchFamily="34" charset="0"/>
                <a:cs typeface="Arial" panose="020B0604020202020204" pitchFamily="34" charset="0"/>
              </a:rPr>
              <a:t>Xgboost</a:t>
            </a:r>
            <a:r>
              <a:rPr kumimoji="0" lang="en-US" altLang="en-US" sz="1400" b="0" i="0" u="none" strike="noStrike" kern="1200" cap="none" spc="100" normalizeH="0" dirty="0">
                <a:ln>
                  <a:noFill/>
                </a:ln>
                <a:solidFill>
                  <a:srgbClr val="FFFFFF"/>
                </a:solidFill>
                <a:effectLst/>
                <a:latin typeface="Arial" panose="020B0604020202020204" pitchFamily="34" charset="0"/>
                <a:cs typeface="Arial" panose="020B0604020202020204" pitchFamily="34" charset="0"/>
              </a:rPr>
              <a:t> had the most correct no-rain forecasts (20,598) and 3,546 correct rain predictions.</a:t>
            </a:r>
            <a:br>
              <a:rPr kumimoji="0" lang="en-US" altLang="en-US" sz="1400" b="0" i="0" u="none" strike="noStrike" kern="1200" cap="none" spc="100" normalizeH="0" dirty="0">
                <a:ln>
                  <a:noFill/>
                </a:ln>
                <a:solidFill>
                  <a:srgbClr val="FFFFFF"/>
                </a:solidFill>
                <a:effectLst/>
                <a:latin typeface="Arial" panose="020B0604020202020204" pitchFamily="34" charset="0"/>
                <a:cs typeface="Arial" panose="020B0604020202020204" pitchFamily="34" charset="0"/>
              </a:rPr>
            </a:br>
            <a:br>
              <a:rPr kumimoji="0" lang="en-US" altLang="en-US" sz="1400" b="0" i="0" u="none" strike="noStrike" kern="1200" cap="none" spc="100" normalizeH="0" dirty="0">
                <a:ln>
                  <a:noFill/>
                </a:ln>
                <a:solidFill>
                  <a:srgbClr val="FFFFFF"/>
                </a:solidFill>
                <a:effectLst/>
                <a:latin typeface="Arial" panose="020B0604020202020204" pitchFamily="34" charset="0"/>
                <a:cs typeface="Arial" panose="020B0604020202020204" pitchFamily="34" charset="0"/>
              </a:rPr>
            </a:br>
            <a:r>
              <a:rPr kumimoji="0" lang="en-US" altLang="en-US" sz="1400" b="0" i="0" u="none" strike="noStrike" kern="1200" cap="none" spc="100" normalizeH="0" dirty="0">
                <a:ln>
                  <a:noFill/>
                </a:ln>
                <a:solidFill>
                  <a:srgbClr val="FFFFFF"/>
                </a:solidFill>
                <a:effectLst/>
                <a:latin typeface="Arial" panose="020B0604020202020204" pitchFamily="34" charset="0"/>
                <a:cs typeface="Arial" panose="020B0604020202020204" pitchFamily="34" charset="0"/>
              </a:rPr>
              <a:t>ANN identified the most rain cases (5,377) but also produced more false positives.</a:t>
            </a:r>
            <a:br>
              <a:rPr kumimoji="0" lang="en-US" altLang="en-US" sz="1400" b="0" i="0" u="none" strike="noStrike" kern="1200" cap="none" spc="100" normalizeH="0" dirty="0">
                <a:ln>
                  <a:noFill/>
                </a:ln>
                <a:solidFill>
                  <a:srgbClr val="FFFFFF"/>
                </a:solidFill>
                <a:effectLst/>
                <a:latin typeface="Arial" panose="020B0604020202020204" pitchFamily="34" charset="0"/>
                <a:cs typeface="Arial" panose="020B0604020202020204" pitchFamily="34" charset="0"/>
              </a:rPr>
            </a:br>
            <a:endParaRPr kumimoji="0" lang="en-US" altLang="en-US" sz="1200" b="0" i="0" u="none" strike="noStrike" kern="1200" cap="all" spc="100" normalizeH="0" dirty="0">
              <a:ln>
                <a:noFill/>
              </a:ln>
              <a:solidFill>
                <a:srgbClr val="FFFFFF"/>
              </a:solidFill>
              <a:effectLst/>
              <a:latin typeface="Arial" panose="020B0604020202020204" pitchFamily="34" charset="0"/>
              <a:cs typeface="Arial" panose="020B0604020202020204" pitchFamily="34" charset="0"/>
            </a:endParaRPr>
          </a:p>
        </p:txBody>
      </p:sp>
      <p:pic>
        <p:nvPicPr>
          <p:cNvPr id="16389" name="Picture 5" descr="No description has been provided for this image">
            <a:extLst>
              <a:ext uri="{FF2B5EF4-FFF2-40B4-BE49-F238E27FC236}">
                <a16:creationId xmlns:a16="http://schemas.microsoft.com/office/drawing/2014/main" id="{A16FDA66-2D44-1710-8200-8AD258685E3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 y="4571997"/>
            <a:ext cx="11979796" cy="228554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A40B2D9F-6F30-EF6E-1028-84672ADDF2C7}"/>
              </a:ext>
            </a:extLst>
          </p:cNvPr>
          <p:cNvGraphicFramePr>
            <a:graphicFrameLocks noGrp="1"/>
          </p:cNvGraphicFramePr>
          <p:nvPr>
            <p:extLst>
              <p:ext uri="{D42A27DB-BD31-4B8C-83A1-F6EECF244321}">
                <p14:modId xmlns:p14="http://schemas.microsoft.com/office/powerpoint/2010/main" val="2638031046"/>
              </p:ext>
            </p:extLst>
          </p:nvPr>
        </p:nvGraphicFramePr>
        <p:xfrm>
          <a:off x="6829064" y="1319434"/>
          <a:ext cx="4979478" cy="1630680"/>
        </p:xfrm>
        <a:graphic>
          <a:graphicData uri="http://schemas.openxmlformats.org/drawingml/2006/table">
            <a:tbl>
              <a:tblPr firstRow="1" bandRow="1">
                <a:tableStyleId>{5C22544A-7EE6-4342-B048-85BDC9FD1C3A}</a:tableStyleId>
              </a:tblPr>
              <a:tblGrid>
                <a:gridCol w="1659826">
                  <a:extLst>
                    <a:ext uri="{9D8B030D-6E8A-4147-A177-3AD203B41FA5}">
                      <a16:colId xmlns:a16="http://schemas.microsoft.com/office/drawing/2014/main" val="3674586435"/>
                    </a:ext>
                  </a:extLst>
                </a:gridCol>
                <a:gridCol w="1659826">
                  <a:extLst>
                    <a:ext uri="{9D8B030D-6E8A-4147-A177-3AD203B41FA5}">
                      <a16:colId xmlns:a16="http://schemas.microsoft.com/office/drawing/2014/main" val="356644328"/>
                    </a:ext>
                  </a:extLst>
                </a:gridCol>
                <a:gridCol w="1659826">
                  <a:extLst>
                    <a:ext uri="{9D8B030D-6E8A-4147-A177-3AD203B41FA5}">
                      <a16:colId xmlns:a16="http://schemas.microsoft.com/office/drawing/2014/main" val="1425821312"/>
                    </a:ext>
                  </a:extLst>
                </a:gridCol>
              </a:tblGrid>
              <a:tr h="430708">
                <a:tc>
                  <a:txBody>
                    <a:bodyPr/>
                    <a:lstStyle/>
                    <a:p>
                      <a:pPr algn="ctr"/>
                      <a:r>
                        <a:rPr lang="en-IN" sz="1400" b="1" dirty="0">
                          <a:latin typeface="Arial" panose="020B0604020202020204" pitchFamily="34" charset="0"/>
                          <a:cs typeface="Arial" panose="020B0604020202020204" pitchFamily="34" charset="0"/>
                        </a:rPr>
                        <a:t>Model</a:t>
                      </a:r>
                    </a:p>
                  </a:txBody>
                  <a:tcPr/>
                </a:tc>
                <a:tc>
                  <a:txBody>
                    <a:bodyPr/>
                    <a:lstStyle/>
                    <a:p>
                      <a:r>
                        <a:rPr lang="en-IN" sz="1400" dirty="0">
                          <a:latin typeface="Arial" panose="020B0604020202020204" pitchFamily="34" charset="0"/>
                          <a:cs typeface="Arial" panose="020B0604020202020204" pitchFamily="34" charset="0"/>
                        </a:rPr>
                        <a:t>Rainfall tomorrow(yes)</a:t>
                      </a:r>
                    </a:p>
                  </a:txBody>
                  <a:tcPr/>
                </a:tc>
                <a:tc>
                  <a:txBody>
                    <a:bodyPr/>
                    <a:lstStyle/>
                    <a:p>
                      <a:r>
                        <a:rPr lang="en-IN" sz="1400" dirty="0">
                          <a:latin typeface="Arial" panose="020B0604020202020204" pitchFamily="34" charset="0"/>
                          <a:cs typeface="Arial" panose="020B0604020202020204" pitchFamily="34" charset="0"/>
                        </a:rPr>
                        <a:t>Rainfall tomorrow(no)</a:t>
                      </a:r>
                    </a:p>
                  </a:txBody>
                  <a:tcPr/>
                </a:tc>
                <a:extLst>
                  <a:ext uri="{0D108BD9-81ED-4DB2-BD59-A6C34878D82A}">
                    <a16:rowId xmlns:a16="http://schemas.microsoft.com/office/drawing/2014/main" val="4101236934"/>
                  </a:ext>
                </a:extLst>
              </a:tr>
              <a:tr h="370840">
                <a:tc>
                  <a:txBody>
                    <a:bodyPr/>
                    <a:lstStyle/>
                    <a:p>
                      <a:pPr algn="l" fontAlgn="ctr"/>
                      <a:r>
                        <a:rPr sz="1400" b="1" i="0">
                          <a:solidFill>
                            <a:srgbClr val="000000"/>
                          </a:solidFill>
                          <a:latin typeface="Arial" panose="020B0604020202020204" pitchFamily="34" charset="0"/>
                          <a:ea typeface="Calibri" panose="020F0502020204030204"/>
                          <a:cs typeface="Arial" panose="020B0604020202020204" pitchFamily="34" charset="0"/>
                        </a:rPr>
                        <a:t>Random Forest</a:t>
                      </a:r>
                    </a:p>
                  </a:txBody>
                  <a:tcPr marL="7937" marR="7937" marT="7937" marB="0" anchor="ctr"/>
                </a:tc>
                <a:tc>
                  <a:txBody>
                    <a:bodyPr/>
                    <a:lstStyle/>
                    <a:p>
                      <a:r>
                        <a:rPr lang="en-IN" sz="1400" dirty="0">
                          <a:latin typeface="Arial" panose="020B0604020202020204" pitchFamily="34" charset="0"/>
                          <a:cs typeface="Arial" panose="020B0604020202020204" pitchFamily="34" charset="0"/>
                        </a:rPr>
                        <a:t>4342</a:t>
                      </a:r>
                    </a:p>
                  </a:txBody>
                  <a:tcPr/>
                </a:tc>
                <a:tc>
                  <a:txBody>
                    <a:bodyPr/>
                    <a:lstStyle/>
                    <a:p>
                      <a:r>
                        <a:rPr lang="en-IN" sz="1400" dirty="0">
                          <a:latin typeface="Arial" panose="020B0604020202020204" pitchFamily="34" charset="0"/>
                          <a:cs typeface="Arial" panose="020B0604020202020204" pitchFamily="34" charset="0"/>
                        </a:rPr>
                        <a:t>18751</a:t>
                      </a:r>
                    </a:p>
                  </a:txBody>
                  <a:tcPr/>
                </a:tc>
                <a:extLst>
                  <a:ext uri="{0D108BD9-81ED-4DB2-BD59-A6C34878D82A}">
                    <a16:rowId xmlns:a16="http://schemas.microsoft.com/office/drawing/2014/main" val="3390501264"/>
                  </a:ext>
                </a:extLst>
              </a:tr>
              <a:tr h="370840">
                <a:tc>
                  <a:txBody>
                    <a:bodyPr/>
                    <a:lstStyle/>
                    <a:p>
                      <a:pPr algn="l" fontAlgn="ctr"/>
                      <a:r>
                        <a:rPr lang="en-IN" sz="1400" b="1" i="0" dirty="0" err="1">
                          <a:solidFill>
                            <a:srgbClr val="000000"/>
                          </a:solidFill>
                          <a:latin typeface="Arial" panose="020B0604020202020204" pitchFamily="34" charset="0"/>
                          <a:ea typeface="Calibri" panose="020F0502020204030204"/>
                          <a:cs typeface="Arial" panose="020B0604020202020204" pitchFamily="34" charset="0"/>
                        </a:rPr>
                        <a:t>XGBoost</a:t>
                      </a:r>
                      <a:endParaRPr sz="1400" b="1" i="0" dirty="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tc>
                <a:tc>
                  <a:txBody>
                    <a:bodyPr/>
                    <a:lstStyle/>
                    <a:p>
                      <a:r>
                        <a:rPr lang="en-IN" sz="1400" dirty="0">
                          <a:latin typeface="Arial" panose="020B0604020202020204" pitchFamily="34" charset="0"/>
                          <a:cs typeface="Arial" panose="020B0604020202020204" pitchFamily="34" charset="0"/>
                        </a:rPr>
                        <a:t>3546</a:t>
                      </a:r>
                    </a:p>
                  </a:txBody>
                  <a:tcPr/>
                </a:tc>
                <a:tc>
                  <a:txBody>
                    <a:bodyPr/>
                    <a:lstStyle/>
                    <a:p>
                      <a:r>
                        <a:rPr lang="en-IN" sz="1400" dirty="0">
                          <a:latin typeface="Arial" panose="020B0604020202020204" pitchFamily="34" charset="0"/>
                          <a:cs typeface="Arial" panose="020B0604020202020204" pitchFamily="34" charset="0"/>
                        </a:rPr>
                        <a:t>20598</a:t>
                      </a:r>
                    </a:p>
                  </a:txBody>
                  <a:tcPr/>
                </a:tc>
                <a:extLst>
                  <a:ext uri="{0D108BD9-81ED-4DB2-BD59-A6C34878D82A}">
                    <a16:rowId xmlns:a16="http://schemas.microsoft.com/office/drawing/2014/main" val="4202436845"/>
                  </a:ext>
                </a:extLst>
              </a:tr>
              <a:tr h="370840">
                <a:tc>
                  <a:txBody>
                    <a:bodyPr/>
                    <a:lstStyle/>
                    <a:p>
                      <a:pPr algn="l" fontAlgn="ctr"/>
                      <a:r>
                        <a:rPr lang="en-IN" sz="1400" b="1" i="0" dirty="0">
                          <a:solidFill>
                            <a:srgbClr val="000000"/>
                          </a:solidFill>
                          <a:latin typeface="Arial" panose="020B0604020202020204" pitchFamily="34" charset="0"/>
                          <a:ea typeface="Calibri" panose="020F0502020204030204"/>
                          <a:cs typeface="Arial" panose="020B0604020202020204" pitchFamily="34" charset="0"/>
                        </a:rPr>
                        <a:t>ANN</a:t>
                      </a:r>
                      <a:endParaRPr sz="1400" b="1" i="0" dirty="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tc>
                <a:tc>
                  <a:txBody>
                    <a:bodyPr/>
                    <a:lstStyle/>
                    <a:p>
                      <a:r>
                        <a:rPr lang="en-IN" sz="1400" dirty="0">
                          <a:latin typeface="Arial" panose="020B0604020202020204" pitchFamily="34" charset="0"/>
                          <a:cs typeface="Arial" panose="020B0604020202020204" pitchFamily="34" charset="0"/>
                        </a:rPr>
                        <a:t>5377</a:t>
                      </a:r>
                    </a:p>
                  </a:txBody>
                  <a:tcPr/>
                </a:tc>
                <a:tc>
                  <a:txBody>
                    <a:bodyPr/>
                    <a:lstStyle/>
                    <a:p>
                      <a:r>
                        <a:rPr lang="en-IN" sz="1400" dirty="0">
                          <a:latin typeface="Arial" panose="020B0604020202020204" pitchFamily="34" charset="0"/>
                          <a:cs typeface="Arial" panose="020B0604020202020204" pitchFamily="34" charset="0"/>
                        </a:rPr>
                        <a:t>15370</a:t>
                      </a:r>
                    </a:p>
                  </a:txBody>
                  <a:tcPr/>
                </a:tc>
                <a:extLst>
                  <a:ext uri="{0D108BD9-81ED-4DB2-BD59-A6C34878D82A}">
                    <a16:rowId xmlns:a16="http://schemas.microsoft.com/office/drawing/2014/main" val="2325861778"/>
                  </a:ext>
                </a:extLst>
              </a:tr>
            </a:tbl>
          </a:graphicData>
        </a:graphic>
      </p:graphicFrame>
    </p:spTree>
    <p:extLst>
      <p:ext uri="{BB962C8B-B14F-4D97-AF65-F5344CB8AC3E}">
        <p14:creationId xmlns:p14="http://schemas.microsoft.com/office/powerpoint/2010/main" val="908439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83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FCFE7-E7C1-79CC-954E-184D40E8AA02}"/>
              </a:ext>
            </a:extLst>
          </p:cNvPr>
          <p:cNvSpPr>
            <a:spLocks noGrp="1"/>
          </p:cNvSpPr>
          <p:nvPr>
            <p:ph type="title"/>
          </p:nvPr>
        </p:nvSpPr>
        <p:spPr>
          <a:xfrm>
            <a:off x="684211" y="131642"/>
            <a:ext cx="8534400" cy="1507067"/>
          </a:xfrm>
        </p:spPr>
        <p:txBody>
          <a:bodyPr/>
          <a:lstStyle/>
          <a:p>
            <a:r>
              <a:rPr lang="en-IN" altLang="en-US" b="1" dirty="0">
                <a:latin typeface="Arial" panose="020B0604020202020204" pitchFamily="34" charset="0"/>
                <a:cs typeface="Arial" panose="020B0604020202020204" pitchFamily="34" charset="0"/>
                <a:sym typeface="+mn-ea"/>
              </a:rPr>
              <a:t>ROC Curve </a:t>
            </a:r>
            <a:endParaRPr lang="en-IN" dirty="0"/>
          </a:p>
        </p:txBody>
      </p:sp>
      <p:sp>
        <p:nvSpPr>
          <p:cNvPr id="3" name="Content Placeholder 2">
            <a:extLst>
              <a:ext uri="{FF2B5EF4-FFF2-40B4-BE49-F238E27FC236}">
                <a16:creationId xmlns:a16="http://schemas.microsoft.com/office/drawing/2014/main" id="{E785B291-8E58-BA23-A02A-216AD1F4B29E}"/>
              </a:ext>
            </a:extLst>
          </p:cNvPr>
          <p:cNvSpPr>
            <a:spLocks noGrp="1"/>
          </p:cNvSpPr>
          <p:nvPr>
            <p:ph sz="half" idx="1"/>
          </p:nvPr>
        </p:nvSpPr>
        <p:spPr>
          <a:xfrm>
            <a:off x="684211" y="1297858"/>
            <a:ext cx="5480615" cy="4444181"/>
          </a:xfrm>
        </p:spPr>
        <p:txBody>
          <a:bodyPr>
            <a:normAutofit/>
          </a:bodyPr>
          <a:lstStyle/>
          <a:p>
            <a:r>
              <a:rPr lang="en-US" altLang="en-US" sz="1800" dirty="0">
                <a:solidFill>
                  <a:schemeClr val="tx1"/>
                </a:solidFill>
                <a:latin typeface="Arial" panose="020B0604020202020204" pitchFamily="34" charset="0"/>
                <a:cs typeface="Arial" panose="020B0604020202020204" pitchFamily="34" charset="0"/>
              </a:rPr>
              <a:t>The ROC curve for Random Forest shows that it can tell the difference between no rain and correct rain, which means it can classify things well.</a:t>
            </a:r>
            <a:r>
              <a:rPr lang="en-IN" altLang="en-US" sz="1800" dirty="0">
                <a:solidFill>
                  <a:schemeClr val="tx1"/>
                </a:solidFill>
                <a:latin typeface="Arial" panose="020B0604020202020204" pitchFamily="34" charset="0"/>
                <a:cs typeface="Arial" panose="020B0604020202020204" pitchFamily="34" charset="0"/>
              </a:rPr>
              <a:t>(AUC = 0.854)</a:t>
            </a:r>
            <a:endParaRPr lang="en-US" altLang="en-US" sz="1800" dirty="0">
              <a:solidFill>
                <a:schemeClr val="tx1"/>
              </a:solidFill>
              <a:latin typeface="Arial" panose="020B0604020202020204" pitchFamily="34" charset="0"/>
              <a:cs typeface="Arial" panose="020B0604020202020204" pitchFamily="34" charset="0"/>
            </a:endParaRPr>
          </a:p>
          <a:p>
            <a:r>
              <a:rPr lang="en-US" altLang="en-US" sz="1800" dirty="0">
                <a:solidFill>
                  <a:schemeClr val="tx1"/>
                </a:solidFill>
                <a:latin typeface="Arial" panose="020B0604020202020204" pitchFamily="34" charset="0"/>
                <a:cs typeface="Arial" panose="020B0604020202020204" pitchFamily="34" charset="0"/>
              </a:rPr>
              <a:t>The ROC curve for </a:t>
            </a:r>
            <a:r>
              <a:rPr lang="en-US" altLang="en-US" sz="1800" dirty="0" err="1">
                <a:solidFill>
                  <a:schemeClr val="tx1"/>
                </a:solidFill>
                <a:latin typeface="Arial" panose="020B0604020202020204" pitchFamily="34" charset="0"/>
                <a:cs typeface="Arial" panose="020B0604020202020204" pitchFamily="34" charset="0"/>
              </a:rPr>
              <a:t>XGBoost</a:t>
            </a:r>
            <a:r>
              <a:rPr lang="en-US" altLang="en-US" sz="1800" dirty="0">
                <a:solidFill>
                  <a:schemeClr val="tx1"/>
                </a:solidFill>
                <a:latin typeface="Arial" panose="020B0604020202020204" pitchFamily="34" charset="0"/>
                <a:cs typeface="Arial" panose="020B0604020202020204" pitchFamily="34" charset="0"/>
              </a:rPr>
              <a:t> shows the best ability to tell the difference between no rain and correct rain because it has the strongest class separation.</a:t>
            </a:r>
            <a:r>
              <a:rPr lang="en-IN" altLang="en-US" sz="1800" dirty="0">
                <a:solidFill>
                  <a:schemeClr val="tx1"/>
                </a:solidFill>
                <a:latin typeface="Arial" panose="020B0604020202020204" pitchFamily="34" charset="0"/>
                <a:cs typeface="Arial" panose="020B0604020202020204" pitchFamily="34" charset="0"/>
              </a:rPr>
              <a:t>(AUC = 0.872)</a:t>
            </a:r>
            <a:endParaRPr lang="en-US" altLang="en-US" sz="1800" spc="200" dirty="0">
              <a:solidFill>
                <a:schemeClr val="tx1"/>
              </a:solidFill>
              <a:latin typeface="Arial" panose="020B0604020202020204" pitchFamily="34" charset="0"/>
              <a:cs typeface="Arial" panose="020B0604020202020204" pitchFamily="34" charset="0"/>
            </a:endParaRPr>
          </a:p>
          <a:p>
            <a:r>
              <a:rPr lang="en-US" altLang="en-US" sz="1800" spc="200" dirty="0">
                <a:solidFill>
                  <a:schemeClr val="tx1"/>
                </a:solidFill>
                <a:latin typeface="Arial" panose="020B0604020202020204" pitchFamily="34" charset="0"/>
                <a:cs typeface="Arial" panose="020B0604020202020204" pitchFamily="34" charset="0"/>
              </a:rPr>
              <a:t>The ROC curve for ANN shows that it can tell that </a:t>
            </a:r>
            <a:r>
              <a:rPr lang="en-US" altLang="en-US" sz="1800" dirty="0">
                <a:solidFill>
                  <a:schemeClr val="tx1"/>
                </a:solidFill>
                <a:latin typeface="Arial" panose="020B0604020202020204" pitchFamily="34" charset="0"/>
                <a:cs typeface="Arial" panose="020B0604020202020204" pitchFamily="34" charset="0"/>
              </a:rPr>
              <a:t>difference between no rain and correct rain, which means it can classify things well.</a:t>
            </a:r>
            <a:r>
              <a:rPr lang="en-IN" altLang="en-US" sz="1800" dirty="0">
                <a:solidFill>
                  <a:schemeClr val="tx1"/>
                </a:solidFill>
                <a:latin typeface="Arial" panose="020B0604020202020204" pitchFamily="34" charset="0"/>
                <a:cs typeface="Arial" panose="020B0604020202020204" pitchFamily="34" charset="0"/>
              </a:rPr>
              <a:t>(AUC = 0.862)</a:t>
            </a:r>
            <a:endParaRPr lang="en-US" altLang="en-US" sz="1800" dirty="0">
              <a:solidFill>
                <a:schemeClr val="tx1"/>
              </a:solidFill>
              <a:latin typeface="Arial" panose="020B0604020202020204" pitchFamily="34" charset="0"/>
              <a:cs typeface="Arial" panose="020B0604020202020204" pitchFamily="34" charset="0"/>
            </a:endParaRPr>
          </a:p>
          <a:p>
            <a:endParaRPr lang="en-US" altLang="en-US" sz="1800" dirty="0">
              <a:solidFill>
                <a:schemeClr val="tx1"/>
              </a:solidFill>
              <a:latin typeface="Arial" panose="020B0604020202020204" pitchFamily="34" charset="0"/>
              <a:cs typeface="Arial" panose="020B0604020202020204" pitchFamily="34" charset="0"/>
            </a:endParaRPr>
          </a:p>
        </p:txBody>
      </p:sp>
      <p:pic>
        <p:nvPicPr>
          <p:cNvPr id="16391" name="Picture 7" descr="No description has been provided for this image">
            <a:extLst>
              <a:ext uri="{FF2B5EF4-FFF2-40B4-BE49-F238E27FC236}">
                <a16:creationId xmlns:a16="http://schemas.microsoft.com/office/drawing/2014/main" id="{61CECCEE-57B5-5736-C50D-470A34A546E5}"/>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428096" y="760923"/>
            <a:ext cx="4933950" cy="350381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F9C840A-1C0A-3947-8B2D-F021F4997B1A}"/>
              </a:ext>
            </a:extLst>
          </p:cNvPr>
          <p:cNvSpPr txBox="1"/>
          <p:nvPr/>
        </p:nvSpPr>
        <p:spPr>
          <a:xfrm>
            <a:off x="970934" y="5430958"/>
            <a:ext cx="10391111" cy="646331"/>
          </a:xfrm>
          <a:prstGeom prst="rect">
            <a:avLst/>
          </a:prstGeom>
          <a:noFill/>
        </p:spPr>
        <p:txBody>
          <a:bodyPr wrap="square">
            <a:spAutoFit/>
          </a:bodyPr>
          <a:lstStyle/>
          <a:p>
            <a:r>
              <a:rPr lang="en-US" altLang="en-US" sz="1800" b="1" dirty="0" err="1">
                <a:latin typeface="Arial" panose="020B0604020202020204" pitchFamily="34" charset="0"/>
                <a:cs typeface="Arial" panose="020B0604020202020204" pitchFamily="34" charset="0"/>
              </a:rPr>
              <a:t>XGBoost</a:t>
            </a:r>
            <a:r>
              <a:rPr lang="en-US" altLang="en-US" sz="1800" b="1" dirty="0">
                <a:latin typeface="Arial" panose="020B0604020202020204" pitchFamily="34" charset="0"/>
                <a:cs typeface="Arial" panose="020B0604020202020204" pitchFamily="34" charset="0"/>
              </a:rPr>
              <a:t> got the highest AUC score (0.872), which means it was the best at telling the difference between </a:t>
            </a:r>
            <a:r>
              <a:rPr lang="en-US" altLang="en-US" b="1" dirty="0">
                <a:latin typeface="Arial" panose="020B0604020202020204" pitchFamily="34" charset="0"/>
                <a:cs typeface="Arial" panose="020B0604020202020204" pitchFamily="34" charset="0"/>
              </a:rPr>
              <a:t>no rain and correct rain</a:t>
            </a:r>
            <a:r>
              <a:rPr lang="en-US" altLang="en-US" sz="1800" b="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500160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0">
              <a:schemeClr val="tx2">
                <a:lumMod val="50000"/>
              </a:schemeClr>
            </a:gs>
          </a:gsLst>
          <a:lin ang="27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FE81A-90BB-02DF-DF13-8F0E02C22041}"/>
              </a:ext>
            </a:extLst>
          </p:cNvPr>
          <p:cNvSpPr>
            <a:spLocks noGrp="1"/>
          </p:cNvSpPr>
          <p:nvPr>
            <p:ph type="ctrTitle"/>
          </p:nvPr>
        </p:nvSpPr>
        <p:spPr>
          <a:xfrm>
            <a:off x="684212" y="685800"/>
            <a:ext cx="10672046" cy="484239"/>
          </a:xfrm>
        </p:spPr>
        <p:txBody>
          <a:bodyPr>
            <a:noAutofit/>
          </a:bodyPr>
          <a:lstStyle/>
          <a:p>
            <a:pPr algn="ctr"/>
            <a:r>
              <a:rPr lang="en-US" altLang="en-US" sz="2800" b="1" dirty="0">
                <a:latin typeface="Arial" panose="020B0604020202020204" pitchFamily="34" charset="0"/>
                <a:cs typeface="Arial" panose="020B0604020202020204" pitchFamily="34" charset="0"/>
              </a:rPr>
              <a:t>Hyperparameter Optimization Results</a:t>
            </a:r>
            <a:endParaRPr lang="en-IN" sz="2800" dirty="0"/>
          </a:p>
        </p:txBody>
      </p:sp>
      <p:sp>
        <p:nvSpPr>
          <p:cNvPr id="3" name="Subtitle 2">
            <a:extLst>
              <a:ext uri="{FF2B5EF4-FFF2-40B4-BE49-F238E27FC236}">
                <a16:creationId xmlns:a16="http://schemas.microsoft.com/office/drawing/2014/main" id="{BA41E091-D44D-8941-B856-E8F00843ED01}"/>
              </a:ext>
            </a:extLst>
          </p:cNvPr>
          <p:cNvSpPr>
            <a:spLocks noGrp="1"/>
          </p:cNvSpPr>
          <p:nvPr>
            <p:ph type="subTitle" idx="1"/>
          </p:nvPr>
        </p:nvSpPr>
        <p:spPr>
          <a:xfrm>
            <a:off x="684211" y="1524001"/>
            <a:ext cx="10672045" cy="4522838"/>
          </a:xfrm>
        </p:spPr>
        <p:txBody>
          <a:bodyPr>
            <a:normAutofit/>
          </a:bodyPr>
          <a:lstStyle/>
          <a:p>
            <a:r>
              <a:rPr lang="en-US" altLang="en-US" sz="1900" b="1" dirty="0">
                <a:solidFill>
                  <a:schemeClr val="tx1"/>
                </a:solidFill>
                <a:latin typeface="Arial" panose="020B0604020202020204" pitchFamily="34" charset="0"/>
                <a:cs typeface="Arial" panose="020B0604020202020204" pitchFamily="34" charset="0"/>
              </a:rPr>
              <a:t>Method for tuning hyperparameters</a:t>
            </a:r>
            <a:r>
              <a:rPr lang="en-IN" altLang="en-US" sz="1900" b="1" dirty="0">
                <a:solidFill>
                  <a:schemeClr val="tx1"/>
                </a:solidFill>
                <a:latin typeface="Arial" panose="020B0604020202020204" pitchFamily="34" charset="0"/>
                <a:cs typeface="Arial" panose="020B0604020202020204" pitchFamily="34" charset="0"/>
              </a:rPr>
              <a:t>: </a:t>
            </a:r>
            <a:r>
              <a:rPr lang="en-US" altLang="en-US" sz="1900" dirty="0">
                <a:solidFill>
                  <a:schemeClr val="tx1"/>
                </a:solidFill>
                <a:latin typeface="Arial" panose="020B0604020202020204" pitchFamily="34" charset="0"/>
                <a:cs typeface="Arial" panose="020B0604020202020204" pitchFamily="34" charset="0"/>
              </a:rPr>
              <a:t>We used </a:t>
            </a:r>
            <a:r>
              <a:rPr lang="en-US" altLang="en-US" sz="1900" dirty="0" err="1">
                <a:solidFill>
                  <a:schemeClr val="tx1"/>
                </a:solidFill>
                <a:latin typeface="Arial" panose="020B0604020202020204" pitchFamily="34" charset="0"/>
                <a:cs typeface="Arial" panose="020B0604020202020204" pitchFamily="34" charset="0"/>
              </a:rPr>
              <a:t>RandomizedSearchCV</a:t>
            </a:r>
            <a:r>
              <a:rPr lang="en-US" altLang="en-US" sz="1900" dirty="0">
                <a:solidFill>
                  <a:schemeClr val="tx1"/>
                </a:solidFill>
                <a:latin typeface="Arial" panose="020B0604020202020204" pitchFamily="34" charset="0"/>
                <a:cs typeface="Arial" panose="020B0604020202020204" pitchFamily="34" charset="0"/>
              </a:rPr>
              <a:t> with cross-validation to find the best parameter combinations for the Random Forest, </a:t>
            </a:r>
            <a:r>
              <a:rPr lang="en-US" altLang="en-US" sz="1900" dirty="0" err="1">
                <a:solidFill>
                  <a:schemeClr val="tx1"/>
                </a:solidFill>
                <a:latin typeface="Arial" panose="020B0604020202020204" pitchFamily="34" charset="0"/>
                <a:cs typeface="Arial" panose="020B0604020202020204" pitchFamily="34" charset="0"/>
              </a:rPr>
              <a:t>XGBoost</a:t>
            </a:r>
            <a:r>
              <a:rPr lang="en-US" altLang="en-US" sz="1900" dirty="0">
                <a:solidFill>
                  <a:schemeClr val="tx1"/>
                </a:solidFill>
                <a:latin typeface="Arial" panose="020B0604020202020204" pitchFamily="34" charset="0"/>
                <a:cs typeface="Arial" panose="020B0604020202020204" pitchFamily="34" charset="0"/>
              </a:rPr>
              <a:t> and ANN models.</a:t>
            </a:r>
          </a:p>
          <a:p>
            <a:r>
              <a:rPr lang="en-US" altLang="en-US" sz="1900" b="1" dirty="0">
                <a:solidFill>
                  <a:schemeClr val="tx1"/>
                </a:solidFill>
                <a:latin typeface="Arial" panose="020B0604020202020204" pitchFamily="34" charset="0"/>
                <a:cs typeface="Arial" panose="020B0604020202020204" pitchFamily="34" charset="0"/>
              </a:rPr>
              <a:t>How well the model works after being optimized</a:t>
            </a:r>
            <a:r>
              <a:rPr lang="en-IN" altLang="en-US" sz="1900" b="1" dirty="0">
                <a:solidFill>
                  <a:schemeClr val="tx1"/>
                </a:solidFill>
                <a:latin typeface="Arial" panose="020B0604020202020204" pitchFamily="34" charset="0"/>
                <a:cs typeface="Arial" panose="020B0604020202020204" pitchFamily="34" charset="0"/>
              </a:rPr>
              <a:t>:</a:t>
            </a:r>
            <a:r>
              <a:rPr lang="en-IN" altLang="en-US" sz="1900" dirty="0">
                <a:solidFill>
                  <a:schemeClr val="tx1"/>
                </a:solidFill>
                <a:latin typeface="Arial" panose="020B0604020202020204" pitchFamily="34" charset="0"/>
                <a:cs typeface="Arial" panose="020B0604020202020204" pitchFamily="34" charset="0"/>
              </a:rPr>
              <a:t> </a:t>
            </a:r>
            <a:r>
              <a:rPr lang="en-US" altLang="en-US" sz="1900" dirty="0">
                <a:solidFill>
                  <a:schemeClr val="tx1"/>
                </a:solidFill>
                <a:latin typeface="Arial" panose="020B0604020202020204" pitchFamily="34" charset="0"/>
                <a:cs typeface="Arial" panose="020B0604020202020204" pitchFamily="34" charset="0"/>
              </a:rPr>
              <a:t>The models got the following accuracies after tuning:</a:t>
            </a:r>
          </a:p>
          <a:p>
            <a:pPr lvl="1">
              <a:buFont typeface="Arial" panose="020B0604020202020204" pitchFamily="34" charset="0"/>
              <a:buChar char="•"/>
            </a:pPr>
            <a:r>
              <a:rPr lang="en-US" altLang="en-US" sz="1900" b="1" dirty="0">
                <a:solidFill>
                  <a:schemeClr val="tx1"/>
                </a:solidFill>
                <a:latin typeface="Arial" panose="020B0604020202020204" pitchFamily="34" charset="0"/>
                <a:cs typeface="Arial" panose="020B0604020202020204" pitchFamily="34" charset="0"/>
              </a:rPr>
              <a:t>Random Forest: 0.841</a:t>
            </a:r>
          </a:p>
          <a:p>
            <a:pPr lvl="1">
              <a:buFont typeface="Arial" panose="020B0604020202020204" pitchFamily="34" charset="0"/>
              <a:buChar char="•"/>
            </a:pPr>
            <a:r>
              <a:rPr lang="en-US" altLang="en-US" sz="1900" b="1" dirty="0">
                <a:solidFill>
                  <a:schemeClr val="tx1"/>
                </a:solidFill>
                <a:latin typeface="Arial" panose="020B0604020202020204" pitchFamily="34" charset="0"/>
                <a:cs typeface="Arial" panose="020B0604020202020204" pitchFamily="34" charset="0"/>
              </a:rPr>
              <a:t> </a:t>
            </a:r>
            <a:r>
              <a:rPr lang="en-US" altLang="en-US" sz="1900" b="1" dirty="0" err="1">
                <a:solidFill>
                  <a:schemeClr val="tx1"/>
                </a:solidFill>
                <a:latin typeface="Arial" panose="020B0604020202020204" pitchFamily="34" charset="0"/>
                <a:cs typeface="Arial" panose="020B0604020202020204" pitchFamily="34" charset="0"/>
              </a:rPr>
              <a:t>XGBoost</a:t>
            </a:r>
            <a:r>
              <a:rPr lang="en-US" altLang="en-US" sz="1900" b="1" dirty="0">
                <a:solidFill>
                  <a:schemeClr val="tx1"/>
                </a:solidFill>
                <a:latin typeface="Arial" panose="020B0604020202020204" pitchFamily="34" charset="0"/>
                <a:cs typeface="Arial" panose="020B0604020202020204" pitchFamily="34" charset="0"/>
              </a:rPr>
              <a:t>: 0.80</a:t>
            </a:r>
          </a:p>
          <a:p>
            <a:pPr lvl="1">
              <a:buFont typeface="Arial" panose="020B0604020202020204" pitchFamily="34" charset="0"/>
              <a:buChar char="•"/>
            </a:pPr>
            <a:r>
              <a:rPr lang="en-US" altLang="en-US" sz="1900" b="1" dirty="0">
                <a:solidFill>
                  <a:schemeClr val="tx1"/>
                </a:solidFill>
                <a:latin typeface="Arial" panose="020B0604020202020204" pitchFamily="34" charset="0"/>
                <a:cs typeface="Arial" panose="020B0604020202020204" pitchFamily="34" charset="0"/>
              </a:rPr>
              <a:t>ANN: 0.799</a:t>
            </a:r>
          </a:p>
          <a:p>
            <a:r>
              <a:rPr lang="en-US" altLang="en-US" sz="2000" dirty="0">
                <a:solidFill>
                  <a:schemeClr val="tx1"/>
                </a:solidFill>
                <a:latin typeface="Arial" panose="020B0604020202020204" pitchFamily="34" charset="0"/>
              </a:rPr>
              <a:t>The Random Forest and ANN models improved with hyperparameter modification, whereas the </a:t>
            </a:r>
            <a:r>
              <a:rPr lang="en-US" altLang="en-US" sz="2000" dirty="0" err="1">
                <a:solidFill>
                  <a:schemeClr val="tx1"/>
                </a:solidFill>
                <a:latin typeface="Arial" panose="020B0604020202020204" pitchFamily="34" charset="0"/>
              </a:rPr>
              <a:t>XGBoost</a:t>
            </a:r>
            <a:r>
              <a:rPr lang="en-US" altLang="en-US" sz="2000" dirty="0">
                <a:solidFill>
                  <a:schemeClr val="tx1"/>
                </a:solidFill>
                <a:latin typeface="Arial" panose="020B0604020202020204" pitchFamily="34" charset="0"/>
              </a:rPr>
              <a:t> model exhibited only a minor loss in performance.</a:t>
            </a:r>
            <a:endParaRPr lang="en-IN" dirty="0"/>
          </a:p>
        </p:txBody>
      </p:sp>
    </p:spTree>
    <p:extLst>
      <p:ext uri="{BB962C8B-B14F-4D97-AF65-F5344CB8AC3E}">
        <p14:creationId xmlns:p14="http://schemas.microsoft.com/office/powerpoint/2010/main" val="395014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6CC7770B-E4E1-42D6-9437-DAA4A3A9E6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id="{5A26DE5B-A1A6-4746-8EF7-4D6809ED75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77A3DDA-BF17-4302-867E-EBFD777B0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CBE30704-4227-4B7B-BDB8-BFCF39086F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923B1E7-AEA4-42D8-8F4A-9D116F29665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21B6244-6EAE-442C-ACCF-8146103EC1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2" name="Snip Diagonal Corner Rectangle 6">
            <a:extLst>
              <a:ext uri="{FF2B5EF4-FFF2-40B4-BE49-F238E27FC236}">
                <a16:creationId xmlns:a16="http://schemas.microsoft.com/office/drawing/2014/main" id="{AD2D45C7-2E37-44FD-AC77-116CD14B9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25" y="2"/>
            <a:ext cx="12191075" cy="6857998"/>
          </a:xfrm>
          <a:prstGeom prst="rect">
            <a:avLst/>
          </a:prstGeom>
          <a:ln>
            <a:noFill/>
          </a:ln>
        </p:spPr>
        <p:style>
          <a:lnRef idx="2">
            <a:schemeClr val="accent2"/>
          </a:lnRef>
          <a:fillRef idx="1002">
            <a:schemeClr val="dk2"/>
          </a:fillRef>
          <a:effectRef idx="0">
            <a:schemeClr val="accent2"/>
          </a:effectRef>
          <a:fontRef idx="minor">
            <a:schemeClr val="dk1"/>
          </a:fontRef>
        </p:style>
        <p:txBody>
          <a:bodyPr wrap="square" rtlCol="0" anchor="ctr">
            <a:noAutofit/>
          </a:bodyPr>
          <a:lstStyle/>
          <a:p>
            <a:pPr algn="ctr"/>
            <a:endParaRPr lang="en-US"/>
          </a:p>
        </p:txBody>
      </p:sp>
      <p:sp useBgFill="1">
        <p:nvSpPr>
          <p:cNvPr id="23" name="Snip Single Corner Rectangle 17">
            <a:extLst>
              <a:ext uri="{FF2B5EF4-FFF2-40B4-BE49-F238E27FC236}">
                <a16:creationId xmlns:a16="http://schemas.microsoft.com/office/drawing/2014/main" id="{1FF88480-2CF1-4C54-8CE3-2CA9CD9FF8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12188825" cy="6857999"/>
          </a:xfrm>
          <a:prstGeom prst="snip1Rect">
            <a:avLst>
              <a:gd name="adj" fmla="val 50000"/>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45996DC-5D59-CDE3-4472-B3DC215C19BD}"/>
              </a:ext>
            </a:extLst>
          </p:cNvPr>
          <p:cNvSpPr>
            <a:spLocks noGrp="1"/>
          </p:cNvSpPr>
          <p:nvPr>
            <p:ph type="ctrTitle"/>
          </p:nvPr>
        </p:nvSpPr>
        <p:spPr>
          <a:xfrm>
            <a:off x="522749" y="556999"/>
            <a:ext cx="8534400" cy="813122"/>
          </a:xfrm>
        </p:spPr>
        <p:txBody>
          <a:bodyPr vert="horz" lIns="91440" tIns="45720" rIns="91440" bIns="45720" rtlCol="0" anchor="ctr">
            <a:normAutofit/>
          </a:bodyPr>
          <a:lstStyle/>
          <a:p>
            <a:r>
              <a:rPr lang="en-US" sz="4000" dirty="0">
                <a:latin typeface="Arial" panose="020B0604020202020204" pitchFamily="34" charset="0"/>
                <a:cs typeface="Arial" panose="020B0604020202020204" pitchFamily="34" charset="0"/>
              </a:rPr>
              <a:t>Critical analysis</a:t>
            </a:r>
          </a:p>
        </p:txBody>
      </p:sp>
      <p:sp>
        <p:nvSpPr>
          <p:cNvPr id="5" name="Rectangle 1">
            <a:extLst>
              <a:ext uri="{FF2B5EF4-FFF2-40B4-BE49-F238E27FC236}">
                <a16:creationId xmlns:a16="http://schemas.microsoft.com/office/drawing/2014/main" id="{54355AC5-7266-D1E4-4AFD-CFC1CFEE6FF9}"/>
              </a:ext>
            </a:extLst>
          </p:cNvPr>
          <p:cNvSpPr>
            <a:spLocks noGrp="1" noChangeArrowheads="1"/>
          </p:cNvSpPr>
          <p:nvPr>
            <p:ph type="subTitle" idx="1"/>
          </p:nvPr>
        </p:nvSpPr>
        <p:spPr bwMode="auto">
          <a:xfrm>
            <a:off x="522749" y="1472379"/>
            <a:ext cx="10231439" cy="482862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marL="0" marR="0" lvl="0" indent="0" fontAlgn="base">
              <a:spcBef>
                <a:spcPts val="0"/>
              </a:spcBef>
              <a:spcAft>
                <a:spcPts val="0"/>
              </a:spcAft>
              <a:buFont typeface="Wingdings 3" panose="05040102010807070707" pitchFamily="18" charset="2"/>
              <a:buChar char=""/>
              <a:tabLst/>
            </a:pPr>
            <a: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t>The findings demonstrate that </a:t>
            </a:r>
            <a:r>
              <a:rPr kumimoji="0" lang="en-US" altLang="en-US" sz="1800" b="0" i="0" u="none" strike="noStrike" normalizeH="0" dirty="0" err="1">
                <a:ln>
                  <a:noFill/>
                </a:ln>
                <a:solidFill>
                  <a:schemeClr val="tx1"/>
                </a:solidFill>
                <a:latin typeface="Arial" panose="020B0604020202020204" pitchFamily="34" charset="0"/>
                <a:cs typeface="Arial" panose="020B0604020202020204" pitchFamily="34" charset="0"/>
              </a:rPr>
              <a:t>XGBoost</a:t>
            </a:r>
            <a: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t> had the highest baseline accuracy (0.849) and the best ROC-AUC score (0.872), indicating outstanding overall predictive performance.</a:t>
            </a:r>
            <a:b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br>
            <a:b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br>
            <a: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t>Random Forest produced balanced predictions, properly detecting both rain and no-rain scenarios, and performed best after hyperparameter adjustment (accuracy = 0.841).</a:t>
            </a:r>
            <a:b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br>
            <a:b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br>
            <a: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t>ANN had a high recall for rain events, which means it detected more rainfall incidents but produced more false positives than tree-based models.</a:t>
            </a:r>
            <a:b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br>
            <a:b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br>
            <a: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t>The dataset was imbalanced, with more no-rain observations, which hampered model performance and necessitated the use of techniques like SMOTE to balance the training data.</a:t>
            </a:r>
            <a:b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br>
            <a:b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br>
            <a: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t>Weather variables such as humidity, cloud cover, rainfall, and pressure were discovered to be strong predictors of rainfall.</a:t>
            </a:r>
            <a:b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br>
            <a:b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br>
            <a: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t>Overall, the findings indicate that ensemble tree-based models, such as Random Forest and </a:t>
            </a:r>
            <a:r>
              <a:rPr kumimoji="0" lang="en-US" altLang="en-US" sz="1800" b="0" i="0" u="none" strike="noStrike" normalizeH="0" dirty="0" err="1">
                <a:ln>
                  <a:noFill/>
                </a:ln>
                <a:solidFill>
                  <a:schemeClr val="tx1"/>
                </a:solidFill>
                <a:latin typeface="Arial" panose="020B0604020202020204" pitchFamily="34" charset="0"/>
                <a:cs typeface="Arial" panose="020B0604020202020204" pitchFamily="34" charset="0"/>
              </a:rPr>
              <a:t>XGBoost</a:t>
            </a:r>
            <a:r>
              <a:rPr kumimoji="0" lang="en-US" altLang="en-US" sz="1800" b="0" i="0" u="none" strike="noStrike" normalizeH="0" dirty="0">
                <a:ln>
                  <a:noFill/>
                </a:ln>
                <a:solidFill>
                  <a:schemeClr val="tx1"/>
                </a:solidFill>
                <a:latin typeface="Arial" panose="020B0604020202020204" pitchFamily="34" charset="0"/>
                <a:cs typeface="Arial" panose="020B0604020202020204" pitchFamily="34" charset="0"/>
              </a:rPr>
              <a:t>, are particularly effective at predicting rainfall from meteorological data.</a:t>
            </a:r>
          </a:p>
        </p:txBody>
      </p:sp>
    </p:spTree>
    <p:extLst>
      <p:ext uri="{BB962C8B-B14F-4D97-AF65-F5344CB8AC3E}">
        <p14:creationId xmlns:p14="http://schemas.microsoft.com/office/powerpoint/2010/main" val="3954966057"/>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EB90296-CFE0-401D-9CA3-32966EC4F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8C9B4EE-7611-4ED9-B356-7BDD377C3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4A4F266A-F2F7-47CD-8BBC-E3777E982F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0D69C80-8919-4A32-B897-F2A21F9405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427B072-CC5B-481B-9719-8CD4C5444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7E134C76-7FB4-4BB7-9322-DD8A4B179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useBgFill="1">
        <p:nvSpPr>
          <p:cNvPr id="21" name="Snip Single Corner Rectangle 17">
            <a:extLst>
              <a:ext uri="{FF2B5EF4-FFF2-40B4-BE49-F238E27FC236}">
                <a16:creationId xmlns:a16="http://schemas.microsoft.com/office/drawing/2014/main" id="{C0C57804-4F33-4D85-AA3E-DA0F214BB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12188825" cy="6857999"/>
          </a:xfrm>
          <a:prstGeom prst="snip1Rect">
            <a:avLst>
              <a:gd name="adj" fmla="val 50000"/>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92BD142-6A2F-9DE3-C105-BAE7D1BFD0CB}"/>
              </a:ext>
            </a:extLst>
          </p:cNvPr>
          <p:cNvSpPr>
            <a:spLocks noGrp="1"/>
          </p:cNvSpPr>
          <p:nvPr>
            <p:ph type="ctrTitle"/>
          </p:nvPr>
        </p:nvSpPr>
        <p:spPr>
          <a:xfrm>
            <a:off x="684212" y="685799"/>
            <a:ext cx="9678988" cy="990601"/>
          </a:xfrm>
        </p:spPr>
        <p:txBody>
          <a:bodyPr vert="horz" lIns="91440" tIns="45720" rIns="91440" bIns="45720" rtlCol="0" anchor="b">
            <a:normAutofit/>
          </a:bodyPr>
          <a:lstStyle/>
          <a:p>
            <a:r>
              <a:rPr lang="en-US" sz="2800" b="1" dirty="0">
                <a:solidFill>
                  <a:schemeClr val="tx1">
                    <a:alpha val="80000"/>
                  </a:schemeClr>
                </a:solidFill>
                <a:latin typeface="Arial" panose="020B0604020202020204" pitchFamily="34" charset="0"/>
                <a:cs typeface="Arial" panose="020B0604020202020204" pitchFamily="34" charset="0"/>
              </a:rPr>
              <a:t>References</a:t>
            </a:r>
            <a:endParaRPr lang="en-US" sz="2800" b="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37776842-5C61-C5D0-DF9E-6D6F5C19A474}"/>
              </a:ext>
            </a:extLst>
          </p:cNvPr>
          <p:cNvSpPr>
            <a:spLocks noGrp="1"/>
          </p:cNvSpPr>
          <p:nvPr>
            <p:ph type="subTitle" idx="1"/>
          </p:nvPr>
        </p:nvSpPr>
        <p:spPr>
          <a:xfrm>
            <a:off x="684211" y="2133599"/>
            <a:ext cx="10381185" cy="4114799"/>
          </a:xfrm>
        </p:spPr>
        <p:txBody>
          <a:bodyPr vert="horz" lIns="91440" tIns="45720" rIns="91440" bIns="45720" rtlCol="0" anchor="t">
            <a:normAutofit fontScale="77500" lnSpcReduction="20000"/>
          </a:bodyPr>
          <a:lstStyle/>
          <a:p>
            <a:pPr lvl="0">
              <a:lnSpc>
                <a:spcPct val="120000"/>
              </a:lnSpc>
              <a:spcBef>
                <a:spcPts val="0"/>
              </a:spcBef>
              <a:spcAft>
                <a:spcPts val="0"/>
              </a:spcAft>
            </a:pPr>
            <a:r>
              <a:rPr lang="en-GB" dirty="0">
                <a:latin typeface="Arial" panose="020B0604020202020204" pitchFamily="34" charset="0"/>
                <a:cs typeface="Arial" panose="020B0604020202020204" pitchFamily="34" charset="0"/>
              </a:rPr>
              <a:t>Nithya, P. Mahesh, B. R. Reddy and P. Ramakrishna, "Forecasting Rainfall Patterns With Random Forest Algorithm," </a:t>
            </a:r>
            <a:r>
              <a:rPr lang="en-GB" i="1" dirty="0">
                <a:latin typeface="Arial" panose="020B0604020202020204" pitchFamily="34" charset="0"/>
                <a:cs typeface="Arial" panose="020B0604020202020204" pitchFamily="34" charset="0"/>
              </a:rPr>
              <a:t>2025 IEEE 6th India Council International Subsections Conference (INDISCON)</a:t>
            </a:r>
            <a:r>
              <a:rPr lang="en-GB" dirty="0">
                <a:latin typeface="Arial" panose="020B0604020202020204" pitchFamily="34" charset="0"/>
                <a:cs typeface="Arial" panose="020B0604020202020204" pitchFamily="34" charset="0"/>
              </a:rPr>
              <a:t>, Rourkela, India, 2025, pp. 1-6, doi: 10.1109/INDISCON66021.2025.11252303.</a:t>
            </a:r>
          </a:p>
          <a:p>
            <a:pPr>
              <a:lnSpc>
                <a:spcPct val="120000"/>
              </a:lnSpc>
              <a:spcBef>
                <a:spcPts val="0"/>
              </a:spcBef>
              <a:spcAft>
                <a:spcPts val="0"/>
              </a:spcAft>
            </a:pPr>
            <a:r>
              <a:rPr lang="en-GB" dirty="0">
                <a:latin typeface="Arial" panose="020B0604020202020204" pitchFamily="34" charset="0"/>
                <a:cs typeface="Arial" panose="020B0604020202020204" pitchFamily="34" charset="0"/>
              </a:rPr>
              <a:t>URL: </a:t>
            </a:r>
            <a:r>
              <a:rPr lang="en-GB" u="sng" dirty="0">
                <a:latin typeface="Arial" panose="020B0604020202020204" pitchFamily="34" charset="0"/>
                <a:cs typeface="Arial" panose="020B0604020202020204" pitchFamily="34" charset="0"/>
                <a:hlinkClick r:id="rId2"/>
              </a:rPr>
              <a:t>https://ieeexplore.ieee.org/stamp/stamp.jsp?tp=&amp;arnumber=11252303&amp;isnumber=11251524</a:t>
            </a:r>
            <a:endParaRPr lang="en-GB" u="sng" dirty="0">
              <a:latin typeface="Arial" panose="020B0604020202020204" pitchFamily="34" charset="0"/>
              <a:cs typeface="Arial" panose="020B0604020202020204" pitchFamily="34" charset="0"/>
            </a:endParaRPr>
          </a:p>
          <a:p>
            <a:pPr>
              <a:lnSpc>
                <a:spcPct val="120000"/>
              </a:lnSpc>
              <a:spcBef>
                <a:spcPts val="0"/>
              </a:spcBef>
              <a:spcAft>
                <a:spcPts val="0"/>
              </a:spcAft>
            </a:pPr>
            <a:endParaRPr lang="en-GB" u="sng" dirty="0">
              <a:latin typeface="Arial" panose="020B0604020202020204" pitchFamily="34" charset="0"/>
              <a:cs typeface="Arial" panose="020B0604020202020204" pitchFamily="34" charset="0"/>
            </a:endParaRPr>
          </a:p>
          <a:p>
            <a:pPr lvl="0">
              <a:lnSpc>
                <a:spcPct val="120000"/>
              </a:lnSpc>
              <a:spcBef>
                <a:spcPts val="0"/>
              </a:spcBef>
              <a:spcAft>
                <a:spcPts val="0"/>
              </a:spcAft>
            </a:pPr>
            <a:r>
              <a:rPr lang="en-GB" dirty="0">
                <a:latin typeface="Arial" panose="020B0604020202020204" pitchFamily="34" charset="0"/>
                <a:cs typeface="Arial" panose="020B0604020202020204" pitchFamily="34" charset="0"/>
              </a:rPr>
              <a:t>P. Vaidya, V. Varshini, K. A. Bhavitha, K. Nandhini, C. Madhavi and M. Sarayu, "Innovative Approaches to Rainfall Prediction: Empowering Farmers with ML Models," </a:t>
            </a:r>
            <a:r>
              <a:rPr lang="en-GB" i="1" dirty="0">
                <a:latin typeface="Arial" panose="020B0604020202020204" pitchFamily="34" charset="0"/>
                <a:cs typeface="Arial" panose="020B0604020202020204" pitchFamily="34" charset="0"/>
              </a:rPr>
              <a:t>2025 Fifth International Conference on Advances in Electrical, Computing, Communication and Sustainable Technologies (ICAECT)</a:t>
            </a:r>
            <a:r>
              <a:rPr lang="en-GB" dirty="0">
                <a:latin typeface="Arial" panose="020B0604020202020204" pitchFamily="34" charset="0"/>
                <a:cs typeface="Arial" panose="020B0604020202020204" pitchFamily="34" charset="0"/>
              </a:rPr>
              <a:t>, Bhilai, India, 2025, pp. 1-4, doi: 10.1109/ICAECT63952.2025.10958919.</a:t>
            </a:r>
          </a:p>
          <a:p>
            <a:pPr>
              <a:lnSpc>
                <a:spcPct val="120000"/>
              </a:lnSpc>
              <a:spcBef>
                <a:spcPts val="0"/>
              </a:spcBef>
              <a:spcAft>
                <a:spcPts val="0"/>
              </a:spcAft>
            </a:pPr>
            <a:r>
              <a:rPr lang="en-GB" dirty="0">
                <a:latin typeface="Arial" panose="020B0604020202020204" pitchFamily="34" charset="0"/>
                <a:cs typeface="Arial" panose="020B0604020202020204" pitchFamily="34" charset="0"/>
              </a:rPr>
              <a:t>URL: </a:t>
            </a:r>
            <a:r>
              <a:rPr lang="en-GB" u="sng" dirty="0">
                <a:latin typeface="Arial" panose="020B0604020202020204" pitchFamily="34" charset="0"/>
                <a:cs typeface="Arial" panose="020B0604020202020204" pitchFamily="34" charset="0"/>
                <a:hlinkClick r:id="rId3"/>
              </a:rPr>
              <a:t>https://ieeexplore.ieee.org/stamp/stamp.jsp?tp=&amp;arnumber=10958919&amp;isnumber=10958195</a:t>
            </a:r>
            <a:endParaRPr lang="en-GB" u="sng" dirty="0">
              <a:latin typeface="Arial" panose="020B0604020202020204" pitchFamily="34" charset="0"/>
              <a:cs typeface="Arial" panose="020B0604020202020204" pitchFamily="34" charset="0"/>
            </a:endParaRPr>
          </a:p>
          <a:p>
            <a:pPr>
              <a:lnSpc>
                <a:spcPct val="120000"/>
              </a:lnSpc>
              <a:spcBef>
                <a:spcPts val="0"/>
              </a:spcBef>
              <a:spcAft>
                <a:spcPts val="0"/>
              </a:spcAft>
            </a:pPr>
            <a:endParaRPr lang="en-GB" dirty="0">
              <a:latin typeface="Arial" panose="020B0604020202020204" pitchFamily="34" charset="0"/>
              <a:cs typeface="Arial" panose="020B0604020202020204" pitchFamily="34" charset="0"/>
            </a:endParaRPr>
          </a:p>
          <a:p>
            <a:pPr lvl="0">
              <a:lnSpc>
                <a:spcPct val="120000"/>
              </a:lnSpc>
              <a:spcBef>
                <a:spcPts val="0"/>
              </a:spcBef>
              <a:spcAft>
                <a:spcPts val="0"/>
              </a:spcAft>
            </a:pPr>
            <a:r>
              <a:rPr lang="en-GB" dirty="0">
                <a:latin typeface="Arial" panose="020B0604020202020204" pitchFamily="34" charset="0"/>
                <a:cs typeface="Arial" panose="020B0604020202020204" pitchFamily="34" charset="0"/>
              </a:rPr>
              <a:t>Mohan, K. P. S and R. N. T, "Monthly Rainfall Analysis in Southern Parts of India Using Machine Learning and Ensemble Methods," </a:t>
            </a:r>
            <a:r>
              <a:rPr lang="en-GB" i="1" dirty="0">
                <a:latin typeface="Arial" panose="020B0604020202020204" pitchFamily="34" charset="0"/>
                <a:cs typeface="Arial" panose="020B0604020202020204" pitchFamily="34" charset="0"/>
              </a:rPr>
              <a:t>2024 Third International Conference on Smart Technologies and Systems for Next Generation Computing (ICSTSN)</a:t>
            </a:r>
            <a:r>
              <a:rPr lang="en-GB" dirty="0">
                <a:latin typeface="Arial" panose="020B0604020202020204" pitchFamily="34" charset="0"/>
                <a:cs typeface="Arial" panose="020B0604020202020204" pitchFamily="34" charset="0"/>
              </a:rPr>
              <a:t>, Villupuram, India, 2024, pp. 1-5, doi: 10.1109/ICSTSN61422.2024.10671145.</a:t>
            </a:r>
          </a:p>
          <a:p>
            <a:pPr>
              <a:lnSpc>
                <a:spcPct val="120000"/>
              </a:lnSpc>
              <a:spcBef>
                <a:spcPts val="0"/>
              </a:spcBef>
              <a:spcAft>
                <a:spcPts val="0"/>
              </a:spcAft>
            </a:pPr>
            <a:r>
              <a:rPr lang="en-GB" dirty="0">
                <a:latin typeface="Arial" panose="020B0604020202020204" pitchFamily="34" charset="0"/>
                <a:cs typeface="Arial" panose="020B0604020202020204" pitchFamily="34" charset="0"/>
              </a:rPr>
              <a:t>URL: </a:t>
            </a:r>
            <a:r>
              <a:rPr lang="en-GB" u="sng" dirty="0">
                <a:latin typeface="Arial" panose="020B0604020202020204" pitchFamily="34" charset="0"/>
                <a:cs typeface="Arial" panose="020B0604020202020204" pitchFamily="34" charset="0"/>
                <a:hlinkClick r:id="rId4"/>
              </a:rPr>
              <a:t>https://ieeexplore.ieee.org/stamp/stamp.jsp?tp=&amp;arnumber=10671145&amp;isnumber=10670715</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8029362"/>
      </p:ext>
    </p:extLst>
  </p:cSld>
  <p:clrMapOvr>
    <a:overrideClrMapping bg1="lt1" tx1="dk1" bg2="lt2" tx2="dk2" accent1="accent1" accent2="accent2" accent3="accent3" accent4="accent4" accent5="accent5" accent6="accent6" hlink="hlink" folHlink="folHlink"/>
  </p:clrMapOvr>
</p:sld>
</file>

<file path=ppt/tags/tag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401*157"/>
  <p:tag name="TABLE_ENDDRAG_RECT" val="503*192*401*158"/>
</p:tagLst>
</file>

<file path=ppt/tags/tag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1218</TotalTime>
  <Words>2184</Words>
  <Application>Microsoft Office PowerPoint</Application>
  <PresentationFormat>Widescreen</PresentationFormat>
  <Paragraphs>81</Paragraphs>
  <Slides>15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Century Gothic</vt:lpstr>
      <vt:lpstr>Wingdings 3</vt:lpstr>
      <vt:lpstr>Slice</vt:lpstr>
      <vt:lpstr>Predicting Whether It Will Rain Tomorrow or not Using Machine Learning and Historical Weather Data from Australia</vt:lpstr>
      <vt:lpstr>.</vt:lpstr>
      <vt:lpstr>Research question: How accurately can machine learning models predict whether it will rain tomorrow using historical weather data from the weather.AUS dataset?  Objectives:  1. Examine the weather.AUS dataset to comprehend its structure and principal meteorological factors. 2. Execute data preprocessing, encompassing the management of missing values and the encoding of category variables. 3. Perform exploratory data analysis (EDA) to ascertain correlations between meteorological variables and precipitation. 4. Develop several machine learning models to forecast the incidence of precipitation. 5. Utilize SMOTE to address class imbalance within the dataset. 6. Assess model efficacy with classification metrics including accuracy, precision, recall, and f1-score. 7. Determine the most effective model for precipitation forecasting.</vt:lpstr>
      <vt:lpstr>Literature review  recent studies indicate that machine learning techniques enhance rainfall forecasting by effectively capturing intricate and nonlinear interactions within meteorological data, surpassing standard statistical methods.  Nithya et al. (2025) examined rainfall forecasting with the random forest algorithm and contrasted it with decision tree and multi-layer perceptron methodologies. Their research indicated that random forest yielded more accurate forecasts by modeling interactions among variables including temperature, pressure,  humidity, cloud cover, and wind direction.  Vaidya et al. (2025) created rainfall prediction models employing xgboost, catboost, random forest, and support vector machines based on historical rainfall data. Their research contends that machine learning models can surpass conventional approaches and facilitate effective decision-making in agriculture, water management, and disaster planning.  Mohan et al. (2024) examined rainfall utilizing SVM, KNN, naïve bayes, and logistic regression, subsequently enhancing performance by ensemble techniques including voting, stacking, and bagging. Their findings indicated that bagging attained the best accuracy of 99.5%, underscoring the efficacy of ensemble learning in rainfall analysis.  These studies indicate that ensemble models and tree-based methods are very proficient in rainfall prediction, whereas meticulous preprocessing, feature selection, and model comparison are crucial for enhancing forecasting precision.</vt:lpstr>
      <vt:lpstr>This research utilizes the weather.Aus dataset, sourced from Kaggle.  The collection comprises 145,460 daily weather observations and 23 meteorological variables gathered from various weather stations throughout Australia.  It encompasses significant meteorological parameters including temperature, precipitation, humidity, wind velocity, air pressure, cloud cover, and solar radiation.  The goal variable is rain tomorrow, signifying the occurrence of rainfall the following day (yes = 1, no = 0).  The collection has almost a decade of historical meteorological data, rendering it appropriate for machine learning-driven precipitation forecasting.  Source: kaggle https://www.Kaggle.Com/datasets/jsphyg/weather-dataset-rattle-package</vt:lpstr>
      <vt:lpstr>Ethical Considerations</vt:lpstr>
      <vt:lpstr>Data preparation  The dataset was initially analyzed to comprehend its structure, data kinds, and absent values.  Numerous meteorological variables exhibited absent values, especially in attributes such as sunshine, evaporation, cloud9am, and cloud3pm.  Missing values in numerical data were imputed using the median, whilst categorical variables were imputed with the mode.  The date column was transformed into datetime format, and supplementary features including year, month, and dayofweek were generated to identify temporal patterns.  Categorical variables such as location, windgustdir, winddir9am, and winddir3pm were transformed into numerical values by label encoding.  The goal variable rain tomorrow was transformed into a binary format (yes = 1, no = 0) for classification purposes.  The dataset was subsequently standardized using standardscaler, and the data was partitioned into training and testing sets for model building.  The SMOTE approach was utilized on the training data to rectify class imbalance between rain and no-rain observations.</vt:lpstr>
      <vt:lpstr>Exploratory Data Analysis (EDA)  The RainTomorrow distribution map indicates an imbalanced dataset, featuring a markedly higher frequency of No-rain occurrences (0) compared to Rain cases (1). This signifies the necessity for strategies like SMOTE to equilibrate the classes during model training.  The correlation heatmap emphasizes the most significant meteorological variables associated with rainfall forecasting. Variables including Humidity3pm, RainToday, Cloud3pm, Humidity9am, and Rainfall have more robust positive correlations with RainTomorrow.  The humidity distribution at 3 PM indicates that the majority of humidity values fall between 40% and 70%, implying that elevated humidity levels may enhance the likelihood of precipitation.  The log-scaled rainfall boxplot indicates the existence of outliers, signifying extreme rainfall occurrences within the dataset. Logarithmic transformation enhances the clarity of these variations.  The exploratory study indicates that humidity, cloud cover, prior precipitation, and air pressure are significant factors for rainfall forecasting.</vt:lpstr>
      <vt:lpstr> Models used:  After preprocessing and exploratory analysis, various machine learning models were trained to forecast rain for the following day.  Random forest is an ensemble learning system that combines numerous decision trees to increase prediction accuracy while minimizing overfitting.  Xgboost is a gradient boosting technique that generates sequential decision trees and is commonly used for high-performance classification problems.  The artificial neural network (ANN) is a deep learning model that can capture complex nonlinear correlations between meteorological variables.  These models were trained on the processed weather dataset, and their performance was measured using classification metrics such as accuracy, precision, recall, and f1-score to determine the best model for rainfall prediction.</vt:lpstr>
      <vt:lpstr>1. How to evaluate: I used accuracy, f1-score, and confusion matrix to check how well the machine learning models worked. These are all good ways to check how well a model does at classification.  2. Comparing different machine learning models: we used three models: random forest, xgboost and artificial neural networks(ANN). To make sure that the evaluation was fair, each model was trained on the same set of preprocessing steps and a balanced dataset.  3. The best model performance: xgboost had the best overall performance of the algorithms that were tested. This suggests that ensemble-based methods work well for analyzing complex behavioral datasets.</vt:lpstr>
      <vt:lpstr>  Model evaluation (confusion matrix)  The confusion matrices demonstrate how each model classified rain and no-rain cases.  Random forest accurately forecasted the majority of no-rain situations (18,751) and identified 4,342 rainfall events.  Xgboost had the most correct no-rain forecasts (20,598) and 3,546 correct rain predictions.  ANN identified the most rain cases (5,377) but also produced more false positives. </vt:lpstr>
      <vt:lpstr>ROC Curve </vt:lpstr>
      <vt:lpstr>Hyperparameter Optimization Results</vt:lpstr>
      <vt:lpstr>Critical analysis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raju_kumar</dc:creator>
  <cp:lastModifiedBy>rajusareddy1203@outlook.com</cp:lastModifiedBy>
  <cp:revision>3</cp:revision>
  <dcterms:created xsi:type="dcterms:W3CDTF">2026-03-16T16:52:05Z</dcterms:created>
  <dcterms:modified xsi:type="dcterms:W3CDTF">2026-03-26T00:08:08Z</dcterms:modified>
</cp:coreProperties>
</file>